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7" r:id="rId5"/>
    <p:sldId id="258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1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2.png"/><Relationship Id="rId3" Type="http://schemas.openxmlformats.org/officeDocument/2006/relationships/tags" Target="../tags/tag23.xml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image" Target="../media/image2.png"/><Relationship Id="rId3" Type="http://schemas.openxmlformats.org/officeDocument/2006/relationships/tags" Target="../tags/tag39.xml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1035665" y="506730"/>
            <a:ext cx="612140" cy="1588770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93975" y="633095"/>
            <a:ext cx="3024505" cy="12211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93975" y="1935480"/>
            <a:ext cx="3024505" cy="1221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93975" y="3237865"/>
            <a:ext cx="3024505" cy="12211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93975" y="5357495"/>
            <a:ext cx="3024505" cy="1223645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184150" y="2309495"/>
            <a:ext cx="1327785" cy="4737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Parameter</a:t>
            </a:r>
            <a:endParaRPr lang="en-US" altLang="zh-CN"/>
          </a:p>
        </p:txBody>
      </p:sp>
      <p:sp>
        <p:nvSpPr>
          <p:cNvPr id="18" name="圆角矩形 17"/>
          <p:cNvSpPr/>
          <p:nvPr>
            <p:custDataLst>
              <p:tags r:id="rId7"/>
            </p:custDataLst>
          </p:nvPr>
        </p:nvSpPr>
        <p:spPr>
          <a:xfrm>
            <a:off x="2467610" y="655955"/>
            <a:ext cx="464820" cy="115189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2467610" y="1972310"/>
            <a:ext cx="464820" cy="115189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20" name="圆角矩形 19"/>
          <p:cNvSpPr/>
          <p:nvPr>
            <p:custDataLst>
              <p:tags r:id="rId9"/>
            </p:custDataLst>
          </p:nvPr>
        </p:nvSpPr>
        <p:spPr>
          <a:xfrm>
            <a:off x="2467610" y="3311525"/>
            <a:ext cx="464820" cy="115189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21" name="圆角矩形 20"/>
          <p:cNvSpPr/>
          <p:nvPr>
            <p:custDataLst>
              <p:tags r:id="rId10"/>
            </p:custDataLst>
          </p:nvPr>
        </p:nvSpPr>
        <p:spPr>
          <a:xfrm>
            <a:off x="2467610" y="5547995"/>
            <a:ext cx="464820" cy="88646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23" name="圆角矩形 22"/>
          <p:cNvSpPr/>
          <p:nvPr>
            <p:custDataLst>
              <p:tags r:id="rId11"/>
            </p:custDataLst>
          </p:nvPr>
        </p:nvSpPr>
        <p:spPr>
          <a:xfrm>
            <a:off x="184150" y="5765800"/>
            <a:ext cx="1327785" cy="4737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Point</a:t>
            </a:r>
            <a:endParaRPr lang="en-US" altLang="zh-CN"/>
          </a:p>
        </p:txBody>
      </p:sp>
      <p:cxnSp>
        <p:nvCxnSpPr>
          <p:cNvPr id="25" name="直接箭头连接符 24"/>
          <p:cNvCxnSpPr>
            <a:stCxn id="17" idx="3"/>
            <a:endCxn id="18" idx="1"/>
          </p:cNvCxnSpPr>
          <p:nvPr/>
        </p:nvCxnSpPr>
        <p:spPr>
          <a:xfrm flipV="1">
            <a:off x="1511935" y="1231900"/>
            <a:ext cx="955675" cy="131445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7" idx="3"/>
            <a:endCxn id="19" idx="1"/>
          </p:cNvCxnSpPr>
          <p:nvPr>
            <p:custDataLst>
              <p:tags r:id="rId12"/>
            </p:custDataLst>
          </p:nvPr>
        </p:nvCxnSpPr>
        <p:spPr>
          <a:xfrm>
            <a:off x="1511935" y="2546350"/>
            <a:ext cx="955675" cy="1905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7" idx="3"/>
            <a:endCxn id="20" idx="1"/>
          </p:cNvCxnSpPr>
          <p:nvPr>
            <p:custDataLst>
              <p:tags r:id="rId13"/>
            </p:custDataLst>
          </p:nvPr>
        </p:nvCxnSpPr>
        <p:spPr>
          <a:xfrm>
            <a:off x="1511935" y="2546350"/>
            <a:ext cx="955675" cy="134112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3" idx="3"/>
            <a:endCxn id="21" idx="1"/>
          </p:cNvCxnSpPr>
          <p:nvPr>
            <p:custDataLst>
              <p:tags r:id="rId14"/>
            </p:custDataLst>
          </p:nvPr>
        </p:nvCxnSpPr>
        <p:spPr>
          <a:xfrm flipV="1">
            <a:off x="1511935" y="5991225"/>
            <a:ext cx="955675" cy="1143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>
            <p:custDataLst>
              <p:tags r:id="rId15"/>
            </p:custDataLst>
          </p:nvPr>
        </p:nvSpPr>
        <p:spPr>
          <a:xfrm>
            <a:off x="5249545" y="1014095"/>
            <a:ext cx="464820" cy="3066415"/>
          </a:xfrm>
          <a:prstGeom prst="roundRect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31" name="圆角矩形 30"/>
          <p:cNvSpPr/>
          <p:nvPr>
            <p:custDataLst>
              <p:tags r:id="rId16"/>
            </p:custDataLst>
          </p:nvPr>
        </p:nvSpPr>
        <p:spPr>
          <a:xfrm>
            <a:off x="5249545" y="5353685"/>
            <a:ext cx="464820" cy="1223645"/>
          </a:xfrm>
          <a:prstGeom prst="roundRect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903720" y="3741420"/>
            <a:ext cx="612140" cy="612140"/>
            <a:chOff x="11163" y="6242"/>
            <a:chExt cx="964" cy="964"/>
          </a:xfrm>
        </p:grpSpPr>
        <p:sp>
          <p:nvSpPr>
            <p:cNvPr id="33" name="椭圆 32"/>
            <p:cNvSpPr/>
            <p:nvPr/>
          </p:nvSpPr>
          <p:spPr>
            <a:xfrm>
              <a:off x="11271" y="6352"/>
              <a:ext cx="747" cy="74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乘号 34"/>
            <p:cNvSpPr/>
            <p:nvPr/>
          </p:nvSpPr>
          <p:spPr>
            <a:xfrm>
              <a:off x="11163" y="6242"/>
              <a:ext cx="964" cy="964"/>
            </a:xfrm>
            <a:prstGeom prst="mathMultiply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37" name="直接箭头连接符 36"/>
          <p:cNvCxnSpPr>
            <a:stCxn id="30" idx="3"/>
            <a:endCxn id="35" idx="0"/>
          </p:cNvCxnSpPr>
          <p:nvPr>
            <p:custDataLst>
              <p:tags r:id="rId17"/>
            </p:custDataLst>
          </p:nvPr>
        </p:nvCxnSpPr>
        <p:spPr>
          <a:xfrm>
            <a:off x="5714365" y="2547620"/>
            <a:ext cx="1336675" cy="134112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31" idx="3"/>
            <a:endCxn id="35" idx="3"/>
          </p:cNvCxnSpPr>
          <p:nvPr>
            <p:custDataLst>
              <p:tags r:id="rId18"/>
            </p:custDataLst>
          </p:nvPr>
        </p:nvCxnSpPr>
        <p:spPr>
          <a:xfrm flipV="1">
            <a:off x="5714365" y="4206240"/>
            <a:ext cx="1336675" cy="1759585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>
            <p:custDataLst>
              <p:tags r:id="rId19"/>
            </p:custDataLst>
          </p:nvPr>
        </p:nvSpPr>
        <p:spPr>
          <a:xfrm>
            <a:off x="8263255" y="3811905"/>
            <a:ext cx="1327785" cy="47371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Output</a:t>
            </a:r>
            <a:endParaRPr lang="en-US" altLang="zh-CN"/>
          </a:p>
        </p:txBody>
      </p:sp>
      <p:cxnSp>
        <p:nvCxnSpPr>
          <p:cNvPr id="40" name="直接箭头连接符 39"/>
          <p:cNvCxnSpPr>
            <a:stCxn id="33" idx="6"/>
            <a:endCxn id="39" idx="1"/>
          </p:cNvCxnSpPr>
          <p:nvPr>
            <p:custDataLst>
              <p:tags r:id="rId20"/>
            </p:custDataLst>
          </p:nvPr>
        </p:nvCxnSpPr>
        <p:spPr>
          <a:xfrm>
            <a:off x="7446645" y="4048760"/>
            <a:ext cx="816610" cy="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>
            <p:custDataLst>
              <p:tags r:id="rId21"/>
            </p:custDataLst>
          </p:nvPr>
        </p:nvSpPr>
        <p:spPr>
          <a:xfrm>
            <a:off x="1888490" y="92075"/>
            <a:ext cx="4468495" cy="4508500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366770" y="92710"/>
            <a:ext cx="147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Branch Net</a:t>
            </a:r>
            <a:r>
              <a:rPr lang="en-US" altLang="zh-CN"/>
              <a:t>s</a:t>
            </a:r>
            <a:endParaRPr lang="en-US" altLang="zh-CN"/>
          </a:p>
        </p:txBody>
      </p:sp>
      <p:sp>
        <p:nvSpPr>
          <p:cNvPr id="43" name="圆角矩形 42"/>
          <p:cNvSpPr/>
          <p:nvPr>
            <p:custDataLst>
              <p:tags r:id="rId22"/>
            </p:custDataLst>
          </p:nvPr>
        </p:nvSpPr>
        <p:spPr>
          <a:xfrm>
            <a:off x="1888490" y="4778375"/>
            <a:ext cx="4468495" cy="1894205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44" name="文本框 43"/>
          <p:cNvSpPr txBox="1"/>
          <p:nvPr>
            <p:custDataLst>
              <p:tags r:id="rId23"/>
            </p:custDataLst>
          </p:nvPr>
        </p:nvSpPr>
        <p:spPr>
          <a:xfrm>
            <a:off x="3366770" y="4794885"/>
            <a:ext cx="147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Trunk Net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00960" y="1748790"/>
            <a:ext cx="3023870" cy="158559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1035665" y="506730"/>
            <a:ext cx="612140" cy="1588770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93975" y="4544695"/>
            <a:ext cx="3024505" cy="1223645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184150" y="2309495"/>
            <a:ext cx="1327785" cy="4737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Parameter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5"/>
            </p:custDataLst>
          </p:nvPr>
        </p:nvSpPr>
        <p:spPr>
          <a:xfrm>
            <a:off x="2467610" y="1972310"/>
            <a:ext cx="464820" cy="115189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21" name="圆角矩形 20"/>
          <p:cNvSpPr/>
          <p:nvPr>
            <p:custDataLst>
              <p:tags r:id="rId6"/>
            </p:custDataLst>
          </p:nvPr>
        </p:nvSpPr>
        <p:spPr>
          <a:xfrm>
            <a:off x="2467610" y="4735195"/>
            <a:ext cx="464820" cy="88646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23" name="圆角矩形 22"/>
          <p:cNvSpPr/>
          <p:nvPr>
            <p:custDataLst>
              <p:tags r:id="rId7"/>
            </p:custDataLst>
          </p:nvPr>
        </p:nvSpPr>
        <p:spPr>
          <a:xfrm>
            <a:off x="184150" y="4953000"/>
            <a:ext cx="1327785" cy="4737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Point</a:t>
            </a:r>
            <a:endParaRPr lang="en-US" altLang="zh-CN"/>
          </a:p>
        </p:txBody>
      </p:sp>
      <p:cxnSp>
        <p:nvCxnSpPr>
          <p:cNvPr id="27" name="直接箭头连接符 26"/>
          <p:cNvCxnSpPr>
            <a:stCxn id="17" idx="3"/>
            <a:endCxn id="19" idx="1"/>
          </p:cNvCxnSpPr>
          <p:nvPr>
            <p:custDataLst>
              <p:tags r:id="rId8"/>
            </p:custDataLst>
          </p:nvPr>
        </p:nvCxnSpPr>
        <p:spPr>
          <a:xfrm>
            <a:off x="1511935" y="2546350"/>
            <a:ext cx="955675" cy="1905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3" idx="3"/>
            <a:endCxn id="21" idx="1"/>
          </p:cNvCxnSpPr>
          <p:nvPr>
            <p:custDataLst>
              <p:tags r:id="rId9"/>
            </p:custDataLst>
          </p:nvPr>
        </p:nvCxnSpPr>
        <p:spPr>
          <a:xfrm flipV="1">
            <a:off x="1511935" y="5178425"/>
            <a:ext cx="955675" cy="1143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>
            <p:custDataLst>
              <p:tags r:id="rId10"/>
            </p:custDataLst>
          </p:nvPr>
        </p:nvSpPr>
        <p:spPr>
          <a:xfrm>
            <a:off x="5249545" y="1971675"/>
            <a:ext cx="464820" cy="1153160"/>
          </a:xfrm>
          <a:prstGeom prst="roundRect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31" name="圆角矩形 30"/>
          <p:cNvSpPr/>
          <p:nvPr>
            <p:custDataLst>
              <p:tags r:id="rId11"/>
            </p:custDataLst>
          </p:nvPr>
        </p:nvSpPr>
        <p:spPr>
          <a:xfrm>
            <a:off x="5249545" y="4540885"/>
            <a:ext cx="464820" cy="1223645"/>
          </a:xfrm>
          <a:prstGeom prst="roundRect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903720" y="3360420"/>
            <a:ext cx="612140" cy="612140"/>
            <a:chOff x="11163" y="6242"/>
            <a:chExt cx="964" cy="964"/>
          </a:xfrm>
        </p:grpSpPr>
        <p:sp>
          <p:nvSpPr>
            <p:cNvPr id="33" name="椭圆 32"/>
            <p:cNvSpPr/>
            <p:nvPr/>
          </p:nvSpPr>
          <p:spPr>
            <a:xfrm>
              <a:off x="11271" y="6352"/>
              <a:ext cx="747" cy="74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乘号 34"/>
            <p:cNvSpPr/>
            <p:nvPr/>
          </p:nvSpPr>
          <p:spPr>
            <a:xfrm>
              <a:off x="11163" y="6242"/>
              <a:ext cx="964" cy="964"/>
            </a:xfrm>
            <a:prstGeom prst="mathMultiply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37" name="直接箭头连接符 36"/>
          <p:cNvCxnSpPr>
            <a:stCxn id="30" idx="3"/>
            <a:endCxn id="35" idx="0"/>
          </p:cNvCxnSpPr>
          <p:nvPr>
            <p:custDataLst>
              <p:tags r:id="rId12"/>
            </p:custDataLst>
          </p:nvPr>
        </p:nvCxnSpPr>
        <p:spPr>
          <a:xfrm>
            <a:off x="5714365" y="2548255"/>
            <a:ext cx="1336675" cy="959485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31" idx="3"/>
            <a:endCxn id="35" idx="3"/>
          </p:cNvCxnSpPr>
          <p:nvPr>
            <p:custDataLst>
              <p:tags r:id="rId13"/>
            </p:custDataLst>
          </p:nvPr>
        </p:nvCxnSpPr>
        <p:spPr>
          <a:xfrm flipV="1">
            <a:off x="5714365" y="3825240"/>
            <a:ext cx="1336675" cy="1327785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>
            <p:custDataLst>
              <p:tags r:id="rId14"/>
            </p:custDataLst>
          </p:nvPr>
        </p:nvSpPr>
        <p:spPr>
          <a:xfrm>
            <a:off x="8263255" y="3430905"/>
            <a:ext cx="1327785" cy="47371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Output</a:t>
            </a:r>
            <a:endParaRPr lang="en-US" altLang="zh-CN"/>
          </a:p>
        </p:txBody>
      </p:sp>
      <p:cxnSp>
        <p:nvCxnSpPr>
          <p:cNvPr id="40" name="直接箭头连接符 39"/>
          <p:cNvCxnSpPr>
            <a:stCxn id="33" idx="6"/>
            <a:endCxn id="39" idx="1"/>
          </p:cNvCxnSpPr>
          <p:nvPr>
            <p:custDataLst>
              <p:tags r:id="rId15"/>
            </p:custDataLst>
          </p:nvPr>
        </p:nvCxnSpPr>
        <p:spPr>
          <a:xfrm>
            <a:off x="7446645" y="3667760"/>
            <a:ext cx="816610" cy="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>
            <p:custDataLst>
              <p:tags r:id="rId16"/>
            </p:custDataLst>
          </p:nvPr>
        </p:nvSpPr>
        <p:spPr>
          <a:xfrm>
            <a:off x="1888490" y="1094740"/>
            <a:ext cx="4468495" cy="2334260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366770" y="1104265"/>
            <a:ext cx="147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Branch Net</a:t>
            </a:r>
            <a:endParaRPr lang="en-US" altLang="zh-CN"/>
          </a:p>
        </p:txBody>
      </p:sp>
      <p:sp>
        <p:nvSpPr>
          <p:cNvPr id="43" name="圆角矩形 42"/>
          <p:cNvSpPr/>
          <p:nvPr>
            <p:custDataLst>
              <p:tags r:id="rId17"/>
            </p:custDataLst>
          </p:nvPr>
        </p:nvSpPr>
        <p:spPr>
          <a:xfrm>
            <a:off x="1888490" y="3800475"/>
            <a:ext cx="4468495" cy="2059305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44" name="文本框 43"/>
          <p:cNvSpPr txBox="1"/>
          <p:nvPr>
            <p:custDataLst>
              <p:tags r:id="rId18"/>
            </p:custDataLst>
          </p:nvPr>
        </p:nvSpPr>
        <p:spPr>
          <a:xfrm>
            <a:off x="3366770" y="3791585"/>
            <a:ext cx="147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Trunk Net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00960" y="1748790"/>
            <a:ext cx="3023870" cy="158559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1035665" y="506730"/>
            <a:ext cx="612140" cy="1588770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93975" y="4544695"/>
            <a:ext cx="3024505" cy="1223645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184150" y="2309495"/>
            <a:ext cx="1327785" cy="4737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Parameter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5"/>
            </p:custDataLst>
          </p:nvPr>
        </p:nvSpPr>
        <p:spPr>
          <a:xfrm>
            <a:off x="2467610" y="1972310"/>
            <a:ext cx="464820" cy="115189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21" name="圆角矩形 20"/>
          <p:cNvSpPr/>
          <p:nvPr>
            <p:custDataLst>
              <p:tags r:id="rId6"/>
            </p:custDataLst>
          </p:nvPr>
        </p:nvSpPr>
        <p:spPr>
          <a:xfrm>
            <a:off x="2467610" y="4735195"/>
            <a:ext cx="464820" cy="886460"/>
          </a:xfrm>
          <a:prstGeom prst="roundRect">
            <a:avLst/>
          </a:prstGeom>
          <a:noFill/>
          <a:ln w="19050" cap="flat" cmpd="sng">
            <a:solidFill>
              <a:srgbClr val="0070C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23" name="圆角矩形 22"/>
          <p:cNvSpPr/>
          <p:nvPr>
            <p:custDataLst>
              <p:tags r:id="rId7"/>
            </p:custDataLst>
          </p:nvPr>
        </p:nvSpPr>
        <p:spPr>
          <a:xfrm>
            <a:off x="184150" y="4953000"/>
            <a:ext cx="1327785" cy="4737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Point</a:t>
            </a:r>
            <a:endParaRPr lang="en-US" altLang="zh-CN"/>
          </a:p>
        </p:txBody>
      </p:sp>
      <p:cxnSp>
        <p:nvCxnSpPr>
          <p:cNvPr id="27" name="直接箭头连接符 26"/>
          <p:cNvCxnSpPr>
            <a:stCxn id="17" idx="3"/>
            <a:endCxn id="19" idx="1"/>
          </p:cNvCxnSpPr>
          <p:nvPr>
            <p:custDataLst>
              <p:tags r:id="rId8"/>
            </p:custDataLst>
          </p:nvPr>
        </p:nvCxnSpPr>
        <p:spPr>
          <a:xfrm>
            <a:off x="1511935" y="2546350"/>
            <a:ext cx="955675" cy="1905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3" idx="3"/>
            <a:endCxn id="21" idx="1"/>
          </p:cNvCxnSpPr>
          <p:nvPr>
            <p:custDataLst>
              <p:tags r:id="rId9"/>
            </p:custDataLst>
          </p:nvPr>
        </p:nvCxnSpPr>
        <p:spPr>
          <a:xfrm flipV="1">
            <a:off x="1511935" y="5178425"/>
            <a:ext cx="955675" cy="1143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>
            <p:custDataLst>
              <p:tags r:id="rId10"/>
            </p:custDataLst>
          </p:nvPr>
        </p:nvSpPr>
        <p:spPr>
          <a:xfrm>
            <a:off x="5249545" y="1971675"/>
            <a:ext cx="464820" cy="1153160"/>
          </a:xfrm>
          <a:prstGeom prst="roundRect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31" name="圆角矩形 30"/>
          <p:cNvSpPr/>
          <p:nvPr>
            <p:custDataLst>
              <p:tags r:id="rId11"/>
            </p:custDataLst>
          </p:nvPr>
        </p:nvSpPr>
        <p:spPr>
          <a:xfrm>
            <a:off x="5249545" y="4540885"/>
            <a:ext cx="464820" cy="1223645"/>
          </a:xfrm>
          <a:prstGeom prst="roundRect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903720" y="3360420"/>
            <a:ext cx="612140" cy="612140"/>
            <a:chOff x="11163" y="6242"/>
            <a:chExt cx="964" cy="964"/>
          </a:xfrm>
        </p:grpSpPr>
        <p:sp>
          <p:nvSpPr>
            <p:cNvPr id="33" name="椭圆 32"/>
            <p:cNvSpPr/>
            <p:nvPr/>
          </p:nvSpPr>
          <p:spPr>
            <a:xfrm>
              <a:off x="11271" y="6352"/>
              <a:ext cx="747" cy="74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乘号 34"/>
            <p:cNvSpPr/>
            <p:nvPr/>
          </p:nvSpPr>
          <p:spPr>
            <a:xfrm>
              <a:off x="11163" y="6242"/>
              <a:ext cx="964" cy="964"/>
            </a:xfrm>
            <a:prstGeom prst="mathMultiply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37" name="直接箭头连接符 36"/>
          <p:cNvCxnSpPr>
            <a:stCxn id="30" idx="3"/>
            <a:endCxn id="35" idx="0"/>
          </p:cNvCxnSpPr>
          <p:nvPr>
            <p:custDataLst>
              <p:tags r:id="rId12"/>
            </p:custDataLst>
          </p:nvPr>
        </p:nvCxnSpPr>
        <p:spPr>
          <a:xfrm>
            <a:off x="5714365" y="2548255"/>
            <a:ext cx="1336675" cy="959485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31" idx="3"/>
            <a:endCxn id="35" idx="3"/>
          </p:cNvCxnSpPr>
          <p:nvPr>
            <p:custDataLst>
              <p:tags r:id="rId13"/>
            </p:custDataLst>
          </p:nvPr>
        </p:nvCxnSpPr>
        <p:spPr>
          <a:xfrm flipV="1">
            <a:off x="5714365" y="3825240"/>
            <a:ext cx="1336675" cy="1327785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>
            <p:custDataLst>
              <p:tags r:id="rId14"/>
            </p:custDataLst>
          </p:nvPr>
        </p:nvSpPr>
        <p:spPr>
          <a:xfrm>
            <a:off x="8263255" y="3430905"/>
            <a:ext cx="1327785" cy="47371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Output</a:t>
            </a:r>
            <a:endParaRPr lang="en-US" altLang="zh-CN"/>
          </a:p>
        </p:txBody>
      </p:sp>
      <p:cxnSp>
        <p:nvCxnSpPr>
          <p:cNvPr id="40" name="直接箭头连接符 39"/>
          <p:cNvCxnSpPr>
            <a:stCxn id="33" idx="6"/>
            <a:endCxn id="39" idx="1"/>
          </p:cNvCxnSpPr>
          <p:nvPr>
            <p:custDataLst>
              <p:tags r:id="rId15"/>
            </p:custDataLst>
          </p:nvPr>
        </p:nvCxnSpPr>
        <p:spPr>
          <a:xfrm>
            <a:off x="7446645" y="3667760"/>
            <a:ext cx="816610" cy="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>
            <p:custDataLst>
              <p:tags r:id="rId16"/>
            </p:custDataLst>
          </p:nvPr>
        </p:nvSpPr>
        <p:spPr>
          <a:xfrm>
            <a:off x="1888490" y="1094740"/>
            <a:ext cx="4468495" cy="2334260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366770" y="1104265"/>
            <a:ext cx="147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Branch Net</a:t>
            </a:r>
            <a:r>
              <a:rPr lang="en-US" altLang="zh-CN"/>
              <a:t>s</a:t>
            </a:r>
            <a:endParaRPr lang="en-US" altLang="zh-CN"/>
          </a:p>
        </p:txBody>
      </p:sp>
      <p:sp>
        <p:nvSpPr>
          <p:cNvPr id="43" name="圆角矩形 42"/>
          <p:cNvSpPr/>
          <p:nvPr>
            <p:custDataLst>
              <p:tags r:id="rId17"/>
            </p:custDataLst>
          </p:nvPr>
        </p:nvSpPr>
        <p:spPr>
          <a:xfrm>
            <a:off x="1888490" y="3800475"/>
            <a:ext cx="4468495" cy="2059305"/>
          </a:xfrm>
          <a:prstGeom prst="roundRect">
            <a:avLst/>
          </a:prstGeom>
          <a:noFill/>
          <a:ln w="19050" cap="flat" cmpd="sng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</a:endParaRPr>
          </a:p>
        </p:txBody>
      </p:sp>
      <p:sp>
        <p:nvSpPr>
          <p:cNvPr id="44" name="文本框 43"/>
          <p:cNvSpPr txBox="1"/>
          <p:nvPr>
            <p:custDataLst>
              <p:tags r:id="rId18"/>
            </p:custDataLst>
          </p:nvPr>
        </p:nvSpPr>
        <p:spPr>
          <a:xfrm>
            <a:off x="3366770" y="3791585"/>
            <a:ext cx="1478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Trunk Net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表格</Application>
  <PresentationFormat>宽屏</PresentationFormat>
  <Paragraphs>30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leay</cp:lastModifiedBy>
  <cp:revision>51</cp:revision>
  <dcterms:created xsi:type="dcterms:W3CDTF">2024-03-04T09:05:00Z</dcterms:created>
  <dcterms:modified xsi:type="dcterms:W3CDTF">2024-03-04T09:05:00Z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B9A71E4FB4F71E8FB466E56516999C6A_41</vt:lpwstr>
  </property>
</Properties>
</file>