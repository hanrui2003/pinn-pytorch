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fonts/font1.fntdata" ContentType="application/x-fontdata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4"/>
  </p:notesMasterIdLst>
  <p:handoutMasterIdLst>
    <p:handoutMasterId r:id="rId19"/>
  </p:handoutMasterIdLst>
  <p:sldIdLst>
    <p:sldId id="256" r:id="rId3"/>
    <p:sldId id="257" r:id="rId5"/>
    <p:sldId id="258" r:id="rId6"/>
    <p:sldId id="260" r:id="rId7"/>
    <p:sldId id="259" r:id="rId8"/>
    <p:sldId id="261" r:id="rId9"/>
    <p:sldId id="262" r:id="rId10"/>
    <p:sldId id="264" r:id="rId11"/>
    <p:sldId id="266" r:id="rId12"/>
    <p:sldId id="270" r:id="rId13"/>
    <p:sldId id="271" r:id="rId14"/>
    <p:sldId id="265" r:id="rId15"/>
    <p:sldId id="273" r:id="rId16"/>
    <p:sldId id="274" r:id="rId17"/>
    <p:sldId id="275" r:id="rId18"/>
  </p:sldIdLst>
  <p:sldSz cx="12192000" cy="6858000"/>
  <p:notesSz cx="7103745" cy="10234295"/>
  <p:embeddedFontLst>
    <p:embeddedFont>
      <p:font typeface="DejaVu Math TeX Gyre" panose="02000503000000000000" charset="0"/>
      <p:regular r:id="rId24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0" userDrawn="1">
          <p15:clr>
            <a:srgbClr val="A4A3A4"/>
          </p15:clr>
        </p15:guide>
        <p15:guide id="2" pos="3662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y" initials="l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70"/>
        <p:guide pos="366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4" Type="http://schemas.openxmlformats.org/officeDocument/2006/relationships/font" Target="fonts/font1.fntdata"/><Relationship Id="rId23" Type="http://schemas.openxmlformats.org/officeDocument/2006/relationships/commentAuthors" Target="commentAuthors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handoutMaster" Target="handoutMasters/handoutMaster1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image" Target="../media/image2.png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5" Type="http://schemas.openxmlformats.org/officeDocument/2006/relationships/notesSlide" Target="../notesSlides/notesSlide1.xml"/><Relationship Id="rId24" Type="http://schemas.openxmlformats.org/officeDocument/2006/relationships/slideLayout" Target="../slideLayouts/slideLayout1.xml"/><Relationship Id="rId23" Type="http://schemas.openxmlformats.org/officeDocument/2006/relationships/tags" Target="../tags/tag21.xml"/><Relationship Id="rId22" Type="http://schemas.openxmlformats.org/officeDocument/2006/relationships/tags" Target="../tags/tag20.xml"/><Relationship Id="rId21" Type="http://schemas.openxmlformats.org/officeDocument/2006/relationships/tags" Target="../tags/tag19.xml"/><Relationship Id="rId20" Type="http://schemas.openxmlformats.org/officeDocument/2006/relationships/tags" Target="../tags/tag18.xml"/><Relationship Id="rId2" Type="http://schemas.openxmlformats.org/officeDocument/2006/relationships/image" Target="../media/image1.png"/><Relationship Id="rId19" Type="http://schemas.openxmlformats.org/officeDocument/2006/relationships/tags" Target="../tags/tag17.xml"/><Relationship Id="rId18" Type="http://schemas.openxmlformats.org/officeDocument/2006/relationships/tags" Target="../tags/tag16.xml"/><Relationship Id="rId17" Type="http://schemas.openxmlformats.org/officeDocument/2006/relationships/tags" Target="../tags/tag15.xml"/><Relationship Id="rId16" Type="http://schemas.openxmlformats.org/officeDocument/2006/relationships/tags" Target="../tags/tag14.xml"/><Relationship Id="rId15" Type="http://schemas.openxmlformats.org/officeDocument/2006/relationships/tags" Target="../tags/tag13.xml"/><Relationship Id="rId14" Type="http://schemas.openxmlformats.org/officeDocument/2006/relationships/tags" Target="../tags/tag12.xml"/><Relationship Id="rId13" Type="http://schemas.openxmlformats.org/officeDocument/2006/relationships/tags" Target="../tags/tag11.xml"/><Relationship Id="rId12" Type="http://schemas.openxmlformats.org/officeDocument/2006/relationships/tags" Target="../tags/tag10.xml"/><Relationship Id="rId11" Type="http://schemas.openxmlformats.org/officeDocument/2006/relationships/tags" Target="../tags/tag9.xml"/><Relationship Id="rId10" Type="http://schemas.openxmlformats.org/officeDocument/2006/relationships/tags" Target="../tags/tag8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28.xml"/><Relationship Id="rId8" Type="http://schemas.openxmlformats.org/officeDocument/2006/relationships/tags" Target="../tags/tag27.xml"/><Relationship Id="rId7" Type="http://schemas.openxmlformats.org/officeDocument/2006/relationships/tags" Target="../tags/tag26.xml"/><Relationship Id="rId6" Type="http://schemas.openxmlformats.org/officeDocument/2006/relationships/tags" Target="../tags/tag25.xml"/><Relationship Id="rId5" Type="http://schemas.openxmlformats.org/officeDocument/2006/relationships/tags" Target="../tags/tag24.xml"/><Relationship Id="rId4" Type="http://schemas.openxmlformats.org/officeDocument/2006/relationships/image" Target="../media/image2.png"/><Relationship Id="rId3" Type="http://schemas.openxmlformats.org/officeDocument/2006/relationships/tags" Target="../tags/tag23.xml"/><Relationship Id="rId20" Type="http://schemas.openxmlformats.org/officeDocument/2006/relationships/notesSlide" Target="../notesSlides/notesSlide2.xml"/><Relationship Id="rId2" Type="http://schemas.openxmlformats.org/officeDocument/2006/relationships/image" Target="../media/image3.png"/><Relationship Id="rId19" Type="http://schemas.openxmlformats.org/officeDocument/2006/relationships/slideLayout" Target="../slideLayouts/slideLayout1.xml"/><Relationship Id="rId18" Type="http://schemas.openxmlformats.org/officeDocument/2006/relationships/tags" Target="../tags/tag37.xml"/><Relationship Id="rId17" Type="http://schemas.openxmlformats.org/officeDocument/2006/relationships/tags" Target="../tags/tag36.xml"/><Relationship Id="rId16" Type="http://schemas.openxmlformats.org/officeDocument/2006/relationships/tags" Target="../tags/tag35.xml"/><Relationship Id="rId15" Type="http://schemas.openxmlformats.org/officeDocument/2006/relationships/tags" Target="../tags/tag34.xml"/><Relationship Id="rId14" Type="http://schemas.openxmlformats.org/officeDocument/2006/relationships/tags" Target="../tags/tag33.xml"/><Relationship Id="rId13" Type="http://schemas.openxmlformats.org/officeDocument/2006/relationships/tags" Target="../tags/tag32.xml"/><Relationship Id="rId12" Type="http://schemas.openxmlformats.org/officeDocument/2006/relationships/tags" Target="../tags/tag31.xml"/><Relationship Id="rId11" Type="http://schemas.openxmlformats.org/officeDocument/2006/relationships/tags" Target="../tags/tag30.xml"/><Relationship Id="rId10" Type="http://schemas.openxmlformats.org/officeDocument/2006/relationships/tags" Target="../tags/tag29.xml"/><Relationship Id="rId1" Type="http://schemas.openxmlformats.org/officeDocument/2006/relationships/tags" Target="../tags/tag22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39.xml"/><Relationship Id="rId8" Type="http://schemas.openxmlformats.org/officeDocument/2006/relationships/tags" Target="../tags/tag38.xml"/><Relationship Id="rId7" Type="http://schemas.openxmlformats.org/officeDocument/2006/relationships/image" Target="../media/image10.png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1" Type="http://schemas.openxmlformats.org/officeDocument/2006/relationships/notesSlide" Target="../notesSlides/notesSlide3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41.xml"/><Relationship Id="rId2" Type="http://schemas.openxmlformats.org/officeDocument/2006/relationships/tags" Target="../tags/tag40.xml"/><Relationship Id="rId1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48.xml"/><Relationship Id="rId8" Type="http://schemas.openxmlformats.org/officeDocument/2006/relationships/tags" Target="../tags/tag47.xml"/><Relationship Id="rId7" Type="http://schemas.openxmlformats.org/officeDocument/2006/relationships/tags" Target="../tags/tag46.xml"/><Relationship Id="rId6" Type="http://schemas.openxmlformats.org/officeDocument/2006/relationships/tags" Target="../tags/tag45.xml"/><Relationship Id="rId5" Type="http://schemas.openxmlformats.org/officeDocument/2006/relationships/tags" Target="../tags/tag44.xml"/><Relationship Id="rId4" Type="http://schemas.openxmlformats.org/officeDocument/2006/relationships/image" Target="../media/image2.png"/><Relationship Id="rId30" Type="http://schemas.openxmlformats.org/officeDocument/2006/relationships/notesSlide" Target="../notesSlides/notesSlide6.xml"/><Relationship Id="rId3" Type="http://schemas.openxmlformats.org/officeDocument/2006/relationships/tags" Target="../tags/tag43.xml"/><Relationship Id="rId29" Type="http://schemas.openxmlformats.org/officeDocument/2006/relationships/slideLayout" Target="../slideLayouts/slideLayout1.xml"/><Relationship Id="rId28" Type="http://schemas.openxmlformats.org/officeDocument/2006/relationships/tags" Target="../tags/tag64.xml"/><Relationship Id="rId27" Type="http://schemas.openxmlformats.org/officeDocument/2006/relationships/image" Target="../media/image15.png"/><Relationship Id="rId26" Type="http://schemas.openxmlformats.org/officeDocument/2006/relationships/tags" Target="../tags/tag63.xml"/><Relationship Id="rId25" Type="http://schemas.openxmlformats.org/officeDocument/2006/relationships/image" Target="../media/image14.png"/><Relationship Id="rId24" Type="http://schemas.openxmlformats.org/officeDocument/2006/relationships/tags" Target="../tags/tag62.xml"/><Relationship Id="rId23" Type="http://schemas.openxmlformats.org/officeDocument/2006/relationships/tags" Target="../tags/tag61.xml"/><Relationship Id="rId22" Type="http://schemas.openxmlformats.org/officeDocument/2006/relationships/tags" Target="../tags/tag60.xml"/><Relationship Id="rId21" Type="http://schemas.openxmlformats.org/officeDocument/2006/relationships/tags" Target="../tags/tag59.xml"/><Relationship Id="rId20" Type="http://schemas.openxmlformats.org/officeDocument/2006/relationships/tags" Target="../tags/tag58.xml"/><Relationship Id="rId2" Type="http://schemas.openxmlformats.org/officeDocument/2006/relationships/image" Target="../media/image3.png"/><Relationship Id="rId19" Type="http://schemas.openxmlformats.org/officeDocument/2006/relationships/tags" Target="../tags/tag57.xml"/><Relationship Id="rId18" Type="http://schemas.openxmlformats.org/officeDocument/2006/relationships/tags" Target="../tags/tag56.xml"/><Relationship Id="rId17" Type="http://schemas.openxmlformats.org/officeDocument/2006/relationships/image" Target="../media/image13.png"/><Relationship Id="rId16" Type="http://schemas.openxmlformats.org/officeDocument/2006/relationships/tags" Target="../tags/tag55.xml"/><Relationship Id="rId15" Type="http://schemas.openxmlformats.org/officeDocument/2006/relationships/tags" Target="../tags/tag54.xml"/><Relationship Id="rId14" Type="http://schemas.openxmlformats.org/officeDocument/2006/relationships/tags" Target="../tags/tag53.xml"/><Relationship Id="rId13" Type="http://schemas.openxmlformats.org/officeDocument/2006/relationships/tags" Target="../tags/tag52.xml"/><Relationship Id="rId12" Type="http://schemas.openxmlformats.org/officeDocument/2006/relationships/tags" Target="../tags/tag51.xml"/><Relationship Id="rId11" Type="http://schemas.openxmlformats.org/officeDocument/2006/relationships/tags" Target="../tags/tag50.xml"/><Relationship Id="rId10" Type="http://schemas.openxmlformats.org/officeDocument/2006/relationships/tags" Target="../tags/tag49.xml"/><Relationship Id="rId1" Type="http://schemas.openxmlformats.org/officeDocument/2006/relationships/tags" Target="../tags/tag42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72.xml"/><Relationship Id="rId8" Type="http://schemas.openxmlformats.org/officeDocument/2006/relationships/tags" Target="../tags/tag71.xml"/><Relationship Id="rId7" Type="http://schemas.openxmlformats.org/officeDocument/2006/relationships/tags" Target="../tags/tag70.xml"/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7" Type="http://schemas.openxmlformats.org/officeDocument/2006/relationships/notesSlide" Target="../notesSlides/notesSlide7.xml"/><Relationship Id="rId16" Type="http://schemas.openxmlformats.org/officeDocument/2006/relationships/slideLayout" Target="../slideLayouts/slideLayout1.xml"/><Relationship Id="rId15" Type="http://schemas.openxmlformats.org/officeDocument/2006/relationships/tags" Target="../tags/tag76.xml"/><Relationship Id="rId14" Type="http://schemas.openxmlformats.org/officeDocument/2006/relationships/image" Target="../media/image15.png"/><Relationship Id="rId13" Type="http://schemas.openxmlformats.org/officeDocument/2006/relationships/tags" Target="../tags/tag75.xml"/><Relationship Id="rId12" Type="http://schemas.openxmlformats.org/officeDocument/2006/relationships/image" Target="../media/image14.png"/><Relationship Id="rId11" Type="http://schemas.openxmlformats.org/officeDocument/2006/relationships/tags" Target="../tags/tag74.xml"/><Relationship Id="rId10" Type="http://schemas.openxmlformats.org/officeDocument/2006/relationships/tags" Target="../tags/tag73.xml"/><Relationship Id="rId1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82.xml"/><Relationship Id="rId8" Type="http://schemas.openxmlformats.org/officeDocument/2006/relationships/image" Target="../media/image17.png"/><Relationship Id="rId7" Type="http://schemas.openxmlformats.org/officeDocument/2006/relationships/tags" Target="../tags/tag81.xml"/><Relationship Id="rId6" Type="http://schemas.openxmlformats.org/officeDocument/2006/relationships/tags" Target="../tags/tag80.xml"/><Relationship Id="rId5" Type="http://schemas.openxmlformats.org/officeDocument/2006/relationships/image" Target="../media/image5.png"/><Relationship Id="rId4" Type="http://schemas.openxmlformats.org/officeDocument/2006/relationships/tags" Target="../tags/tag79.xml"/><Relationship Id="rId34" Type="http://schemas.openxmlformats.org/officeDocument/2006/relationships/notesSlide" Target="../notesSlides/notesSlide8.xml"/><Relationship Id="rId33" Type="http://schemas.openxmlformats.org/officeDocument/2006/relationships/slideLayout" Target="../slideLayouts/slideLayout1.xml"/><Relationship Id="rId32" Type="http://schemas.openxmlformats.org/officeDocument/2006/relationships/tags" Target="../tags/tag101.xml"/><Relationship Id="rId31" Type="http://schemas.openxmlformats.org/officeDocument/2006/relationships/tags" Target="../tags/tag100.xml"/><Relationship Id="rId30" Type="http://schemas.openxmlformats.org/officeDocument/2006/relationships/tags" Target="../tags/tag99.xml"/><Relationship Id="rId3" Type="http://schemas.openxmlformats.org/officeDocument/2006/relationships/tags" Target="../tags/tag78.xml"/><Relationship Id="rId29" Type="http://schemas.openxmlformats.org/officeDocument/2006/relationships/tags" Target="../tags/tag98.xml"/><Relationship Id="rId28" Type="http://schemas.openxmlformats.org/officeDocument/2006/relationships/tags" Target="../tags/tag97.xml"/><Relationship Id="rId27" Type="http://schemas.openxmlformats.org/officeDocument/2006/relationships/tags" Target="../tags/tag96.xml"/><Relationship Id="rId26" Type="http://schemas.openxmlformats.org/officeDocument/2006/relationships/tags" Target="../tags/tag95.xml"/><Relationship Id="rId25" Type="http://schemas.openxmlformats.org/officeDocument/2006/relationships/tags" Target="../tags/tag94.xml"/><Relationship Id="rId24" Type="http://schemas.openxmlformats.org/officeDocument/2006/relationships/tags" Target="../tags/tag93.xml"/><Relationship Id="rId23" Type="http://schemas.openxmlformats.org/officeDocument/2006/relationships/tags" Target="../tags/tag92.xml"/><Relationship Id="rId22" Type="http://schemas.openxmlformats.org/officeDocument/2006/relationships/tags" Target="../tags/tag91.xml"/><Relationship Id="rId21" Type="http://schemas.openxmlformats.org/officeDocument/2006/relationships/tags" Target="../tags/tag90.xml"/><Relationship Id="rId20" Type="http://schemas.openxmlformats.org/officeDocument/2006/relationships/image" Target="../media/image10.png"/><Relationship Id="rId2" Type="http://schemas.openxmlformats.org/officeDocument/2006/relationships/image" Target="../media/image4.png"/><Relationship Id="rId19" Type="http://schemas.openxmlformats.org/officeDocument/2006/relationships/tags" Target="../tags/tag89.xml"/><Relationship Id="rId18" Type="http://schemas.openxmlformats.org/officeDocument/2006/relationships/tags" Target="../tags/tag88.xml"/><Relationship Id="rId17" Type="http://schemas.openxmlformats.org/officeDocument/2006/relationships/image" Target="../media/image9.png"/><Relationship Id="rId16" Type="http://schemas.openxmlformats.org/officeDocument/2006/relationships/tags" Target="../tags/tag87.xml"/><Relationship Id="rId15" Type="http://schemas.openxmlformats.org/officeDocument/2006/relationships/tags" Target="../tags/tag86.xml"/><Relationship Id="rId14" Type="http://schemas.openxmlformats.org/officeDocument/2006/relationships/image" Target="../media/image8.png"/><Relationship Id="rId13" Type="http://schemas.openxmlformats.org/officeDocument/2006/relationships/tags" Target="../tags/tag85.xml"/><Relationship Id="rId12" Type="http://schemas.openxmlformats.org/officeDocument/2006/relationships/tags" Target="../tags/tag84.xml"/><Relationship Id="rId11" Type="http://schemas.openxmlformats.org/officeDocument/2006/relationships/image" Target="../media/image18.png"/><Relationship Id="rId10" Type="http://schemas.openxmlformats.org/officeDocument/2006/relationships/tags" Target="../tags/tag83.xml"/><Relationship Id="rId1" Type="http://schemas.openxmlformats.org/officeDocument/2006/relationships/tags" Target="../tags/tag77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107.xml"/><Relationship Id="rId8" Type="http://schemas.openxmlformats.org/officeDocument/2006/relationships/image" Target="../media/image20.png"/><Relationship Id="rId7" Type="http://schemas.openxmlformats.org/officeDocument/2006/relationships/tags" Target="../tags/tag106.xml"/><Relationship Id="rId6" Type="http://schemas.openxmlformats.org/officeDocument/2006/relationships/tags" Target="../tags/tag105.xml"/><Relationship Id="rId5" Type="http://schemas.openxmlformats.org/officeDocument/2006/relationships/image" Target="../media/image19.png"/><Relationship Id="rId4" Type="http://schemas.openxmlformats.org/officeDocument/2006/relationships/tags" Target="../tags/tag104.xml"/><Relationship Id="rId34" Type="http://schemas.openxmlformats.org/officeDocument/2006/relationships/notesSlide" Target="../notesSlides/notesSlide9.xml"/><Relationship Id="rId33" Type="http://schemas.openxmlformats.org/officeDocument/2006/relationships/slideLayout" Target="../slideLayouts/slideLayout1.xml"/><Relationship Id="rId32" Type="http://schemas.openxmlformats.org/officeDocument/2006/relationships/tags" Target="../tags/tag126.xml"/><Relationship Id="rId31" Type="http://schemas.openxmlformats.org/officeDocument/2006/relationships/tags" Target="../tags/tag125.xml"/><Relationship Id="rId30" Type="http://schemas.openxmlformats.org/officeDocument/2006/relationships/tags" Target="../tags/tag124.xml"/><Relationship Id="rId3" Type="http://schemas.openxmlformats.org/officeDocument/2006/relationships/tags" Target="../tags/tag103.xml"/><Relationship Id="rId29" Type="http://schemas.openxmlformats.org/officeDocument/2006/relationships/tags" Target="../tags/tag123.xml"/><Relationship Id="rId28" Type="http://schemas.openxmlformats.org/officeDocument/2006/relationships/tags" Target="../tags/tag122.xml"/><Relationship Id="rId27" Type="http://schemas.openxmlformats.org/officeDocument/2006/relationships/tags" Target="../tags/tag121.xml"/><Relationship Id="rId26" Type="http://schemas.openxmlformats.org/officeDocument/2006/relationships/tags" Target="../tags/tag120.xml"/><Relationship Id="rId25" Type="http://schemas.openxmlformats.org/officeDocument/2006/relationships/tags" Target="../tags/tag119.xml"/><Relationship Id="rId24" Type="http://schemas.openxmlformats.org/officeDocument/2006/relationships/tags" Target="../tags/tag118.xml"/><Relationship Id="rId23" Type="http://schemas.openxmlformats.org/officeDocument/2006/relationships/tags" Target="../tags/tag117.xml"/><Relationship Id="rId22" Type="http://schemas.openxmlformats.org/officeDocument/2006/relationships/tags" Target="../tags/tag116.xml"/><Relationship Id="rId21" Type="http://schemas.openxmlformats.org/officeDocument/2006/relationships/tags" Target="../tags/tag115.xml"/><Relationship Id="rId20" Type="http://schemas.openxmlformats.org/officeDocument/2006/relationships/image" Target="../media/image24.png"/><Relationship Id="rId2" Type="http://schemas.openxmlformats.org/officeDocument/2006/relationships/image" Target="../media/image4.png"/><Relationship Id="rId19" Type="http://schemas.openxmlformats.org/officeDocument/2006/relationships/tags" Target="../tags/tag114.xml"/><Relationship Id="rId18" Type="http://schemas.openxmlformats.org/officeDocument/2006/relationships/tags" Target="../tags/tag113.xml"/><Relationship Id="rId17" Type="http://schemas.openxmlformats.org/officeDocument/2006/relationships/image" Target="../media/image23.png"/><Relationship Id="rId16" Type="http://schemas.openxmlformats.org/officeDocument/2006/relationships/tags" Target="../tags/tag112.xml"/><Relationship Id="rId15" Type="http://schemas.openxmlformats.org/officeDocument/2006/relationships/tags" Target="../tags/tag111.xml"/><Relationship Id="rId14" Type="http://schemas.openxmlformats.org/officeDocument/2006/relationships/image" Target="../media/image22.png"/><Relationship Id="rId13" Type="http://schemas.openxmlformats.org/officeDocument/2006/relationships/tags" Target="../tags/tag110.xml"/><Relationship Id="rId12" Type="http://schemas.openxmlformats.org/officeDocument/2006/relationships/tags" Target="../tags/tag109.xml"/><Relationship Id="rId11" Type="http://schemas.openxmlformats.org/officeDocument/2006/relationships/image" Target="../media/image21.png"/><Relationship Id="rId10" Type="http://schemas.openxmlformats.org/officeDocument/2006/relationships/tags" Target="../tags/tag108.xml"/><Relationship Id="rId1" Type="http://schemas.openxmlformats.org/officeDocument/2006/relationships/tags" Target="../tags/tag102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132.xml"/><Relationship Id="rId8" Type="http://schemas.openxmlformats.org/officeDocument/2006/relationships/image" Target="../media/image20.png"/><Relationship Id="rId7" Type="http://schemas.openxmlformats.org/officeDocument/2006/relationships/tags" Target="../tags/tag131.xml"/><Relationship Id="rId6" Type="http://schemas.openxmlformats.org/officeDocument/2006/relationships/tags" Target="../tags/tag130.xml"/><Relationship Id="rId5" Type="http://schemas.openxmlformats.org/officeDocument/2006/relationships/image" Target="../media/image19.png"/><Relationship Id="rId42" Type="http://schemas.openxmlformats.org/officeDocument/2006/relationships/notesSlide" Target="../notesSlides/notesSlide10.xml"/><Relationship Id="rId41" Type="http://schemas.openxmlformats.org/officeDocument/2006/relationships/slideLayout" Target="../slideLayouts/slideLayout1.xml"/><Relationship Id="rId40" Type="http://schemas.openxmlformats.org/officeDocument/2006/relationships/tags" Target="../tags/tag159.xml"/><Relationship Id="rId4" Type="http://schemas.openxmlformats.org/officeDocument/2006/relationships/tags" Target="../tags/tag129.xml"/><Relationship Id="rId39" Type="http://schemas.openxmlformats.org/officeDocument/2006/relationships/tags" Target="../tags/tag158.xml"/><Relationship Id="rId38" Type="http://schemas.openxmlformats.org/officeDocument/2006/relationships/tags" Target="../tags/tag157.xml"/><Relationship Id="rId37" Type="http://schemas.openxmlformats.org/officeDocument/2006/relationships/tags" Target="../tags/tag156.xml"/><Relationship Id="rId36" Type="http://schemas.openxmlformats.org/officeDocument/2006/relationships/tags" Target="../tags/tag155.xml"/><Relationship Id="rId35" Type="http://schemas.openxmlformats.org/officeDocument/2006/relationships/tags" Target="../tags/tag154.xml"/><Relationship Id="rId34" Type="http://schemas.openxmlformats.org/officeDocument/2006/relationships/tags" Target="../tags/tag153.xml"/><Relationship Id="rId33" Type="http://schemas.openxmlformats.org/officeDocument/2006/relationships/tags" Target="../tags/tag152.xml"/><Relationship Id="rId32" Type="http://schemas.openxmlformats.org/officeDocument/2006/relationships/tags" Target="../tags/tag151.xml"/><Relationship Id="rId31" Type="http://schemas.openxmlformats.org/officeDocument/2006/relationships/tags" Target="../tags/tag150.xml"/><Relationship Id="rId30" Type="http://schemas.openxmlformats.org/officeDocument/2006/relationships/tags" Target="../tags/tag149.xml"/><Relationship Id="rId3" Type="http://schemas.openxmlformats.org/officeDocument/2006/relationships/tags" Target="../tags/tag128.xml"/><Relationship Id="rId29" Type="http://schemas.openxmlformats.org/officeDocument/2006/relationships/tags" Target="../tags/tag148.xml"/><Relationship Id="rId28" Type="http://schemas.openxmlformats.org/officeDocument/2006/relationships/tags" Target="../tags/tag147.xml"/><Relationship Id="rId27" Type="http://schemas.openxmlformats.org/officeDocument/2006/relationships/tags" Target="../tags/tag146.xml"/><Relationship Id="rId26" Type="http://schemas.openxmlformats.org/officeDocument/2006/relationships/tags" Target="../tags/tag145.xml"/><Relationship Id="rId25" Type="http://schemas.openxmlformats.org/officeDocument/2006/relationships/tags" Target="../tags/tag144.xml"/><Relationship Id="rId24" Type="http://schemas.openxmlformats.org/officeDocument/2006/relationships/tags" Target="../tags/tag143.xml"/><Relationship Id="rId23" Type="http://schemas.openxmlformats.org/officeDocument/2006/relationships/tags" Target="../tags/tag142.xml"/><Relationship Id="rId22" Type="http://schemas.openxmlformats.org/officeDocument/2006/relationships/tags" Target="../tags/tag141.xml"/><Relationship Id="rId21" Type="http://schemas.openxmlformats.org/officeDocument/2006/relationships/tags" Target="../tags/tag140.xml"/><Relationship Id="rId20" Type="http://schemas.openxmlformats.org/officeDocument/2006/relationships/image" Target="../media/image24.png"/><Relationship Id="rId2" Type="http://schemas.openxmlformats.org/officeDocument/2006/relationships/image" Target="../media/image4.png"/><Relationship Id="rId19" Type="http://schemas.openxmlformats.org/officeDocument/2006/relationships/tags" Target="../tags/tag139.xml"/><Relationship Id="rId18" Type="http://schemas.openxmlformats.org/officeDocument/2006/relationships/tags" Target="../tags/tag138.xml"/><Relationship Id="rId17" Type="http://schemas.openxmlformats.org/officeDocument/2006/relationships/image" Target="../media/image23.png"/><Relationship Id="rId16" Type="http://schemas.openxmlformats.org/officeDocument/2006/relationships/tags" Target="../tags/tag137.xml"/><Relationship Id="rId15" Type="http://schemas.openxmlformats.org/officeDocument/2006/relationships/tags" Target="../tags/tag136.xml"/><Relationship Id="rId14" Type="http://schemas.openxmlformats.org/officeDocument/2006/relationships/image" Target="../media/image22.png"/><Relationship Id="rId13" Type="http://schemas.openxmlformats.org/officeDocument/2006/relationships/tags" Target="../tags/tag135.xml"/><Relationship Id="rId12" Type="http://schemas.openxmlformats.org/officeDocument/2006/relationships/tags" Target="../tags/tag134.xml"/><Relationship Id="rId11" Type="http://schemas.openxmlformats.org/officeDocument/2006/relationships/image" Target="../media/image21.png"/><Relationship Id="rId10" Type="http://schemas.openxmlformats.org/officeDocument/2006/relationships/tags" Target="../tags/tag133.xml"/><Relationship Id="rId1" Type="http://schemas.openxmlformats.org/officeDocument/2006/relationships/tags" Target="../tags/tag127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165.xml"/><Relationship Id="rId8" Type="http://schemas.openxmlformats.org/officeDocument/2006/relationships/image" Target="../media/image20.png"/><Relationship Id="rId7" Type="http://schemas.openxmlformats.org/officeDocument/2006/relationships/tags" Target="../tags/tag164.xml"/><Relationship Id="rId6" Type="http://schemas.openxmlformats.org/officeDocument/2006/relationships/tags" Target="../tags/tag163.xml"/><Relationship Id="rId5" Type="http://schemas.openxmlformats.org/officeDocument/2006/relationships/image" Target="../media/image19.png"/><Relationship Id="rId42" Type="http://schemas.openxmlformats.org/officeDocument/2006/relationships/notesSlide" Target="../notesSlides/notesSlide11.xml"/><Relationship Id="rId41" Type="http://schemas.openxmlformats.org/officeDocument/2006/relationships/slideLayout" Target="../slideLayouts/slideLayout1.xml"/><Relationship Id="rId40" Type="http://schemas.openxmlformats.org/officeDocument/2006/relationships/tags" Target="../tags/tag192.xml"/><Relationship Id="rId4" Type="http://schemas.openxmlformats.org/officeDocument/2006/relationships/tags" Target="../tags/tag162.xml"/><Relationship Id="rId39" Type="http://schemas.openxmlformats.org/officeDocument/2006/relationships/tags" Target="../tags/tag191.xml"/><Relationship Id="rId38" Type="http://schemas.openxmlformats.org/officeDocument/2006/relationships/tags" Target="../tags/tag190.xml"/><Relationship Id="rId37" Type="http://schemas.openxmlformats.org/officeDocument/2006/relationships/tags" Target="../tags/tag189.xml"/><Relationship Id="rId36" Type="http://schemas.openxmlformats.org/officeDocument/2006/relationships/tags" Target="../tags/tag188.xml"/><Relationship Id="rId35" Type="http://schemas.openxmlformats.org/officeDocument/2006/relationships/tags" Target="../tags/tag187.xml"/><Relationship Id="rId34" Type="http://schemas.openxmlformats.org/officeDocument/2006/relationships/tags" Target="../tags/tag186.xml"/><Relationship Id="rId33" Type="http://schemas.openxmlformats.org/officeDocument/2006/relationships/tags" Target="../tags/tag185.xml"/><Relationship Id="rId32" Type="http://schemas.openxmlformats.org/officeDocument/2006/relationships/tags" Target="../tags/tag184.xml"/><Relationship Id="rId31" Type="http://schemas.openxmlformats.org/officeDocument/2006/relationships/tags" Target="../tags/tag183.xml"/><Relationship Id="rId30" Type="http://schemas.openxmlformats.org/officeDocument/2006/relationships/tags" Target="../tags/tag182.xml"/><Relationship Id="rId3" Type="http://schemas.openxmlformats.org/officeDocument/2006/relationships/tags" Target="../tags/tag161.xml"/><Relationship Id="rId29" Type="http://schemas.openxmlformats.org/officeDocument/2006/relationships/tags" Target="../tags/tag181.xml"/><Relationship Id="rId28" Type="http://schemas.openxmlformats.org/officeDocument/2006/relationships/tags" Target="../tags/tag180.xml"/><Relationship Id="rId27" Type="http://schemas.openxmlformats.org/officeDocument/2006/relationships/tags" Target="../tags/tag179.xml"/><Relationship Id="rId26" Type="http://schemas.openxmlformats.org/officeDocument/2006/relationships/tags" Target="../tags/tag178.xml"/><Relationship Id="rId25" Type="http://schemas.openxmlformats.org/officeDocument/2006/relationships/tags" Target="../tags/tag177.xml"/><Relationship Id="rId24" Type="http://schemas.openxmlformats.org/officeDocument/2006/relationships/tags" Target="../tags/tag176.xml"/><Relationship Id="rId23" Type="http://schemas.openxmlformats.org/officeDocument/2006/relationships/tags" Target="../tags/tag175.xml"/><Relationship Id="rId22" Type="http://schemas.openxmlformats.org/officeDocument/2006/relationships/tags" Target="../tags/tag174.xml"/><Relationship Id="rId21" Type="http://schemas.openxmlformats.org/officeDocument/2006/relationships/tags" Target="../tags/tag173.xml"/><Relationship Id="rId20" Type="http://schemas.openxmlformats.org/officeDocument/2006/relationships/image" Target="../media/image24.png"/><Relationship Id="rId2" Type="http://schemas.openxmlformats.org/officeDocument/2006/relationships/image" Target="../media/image4.png"/><Relationship Id="rId19" Type="http://schemas.openxmlformats.org/officeDocument/2006/relationships/tags" Target="../tags/tag172.xml"/><Relationship Id="rId18" Type="http://schemas.openxmlformats.org/officeDocument/2006/relationships/tags" Target="../tags/tag171.xml"/><Relationship Id="rId17" Type="http://schemas.openxmlformats.org/officeDocument/2006/relationships/image" Target="../media/image23.png"/><Relationship Id="rId16" Type="http://schemas.openxmlformats.org/officeDocument/2006/relationships/tags" Target="../tags/tag170.xml"/><Relationship Id="rId15" Type="http://schemas.openxmlformats.org/officeDocument/2006/relationships/tags" Target="../tags/tag169.xml"/><Relationship Id="rId14" Type="http://schemas.openxmlformats.org/officeDocument/2006/relationships/image" Target="../media/image22.png"/><Relationship Id="rId13" Type="http://schemas.openxmlformats.org/officeDocument/2006/relationships/tags" Target="../tags/tag168.xml"/><Relationship Id="rId12" Type="http://schemas.openxmlformats.org/officeDocument/2006/relationships/tags" Target="../tags/tag167.xml"/><Relationship Id="rId11" Type="http://schemas.openxmlformats.org/officeDocument/2006/relationships/image" Target="../media/image21.png"/><Relationship Id="rId10" Type="http://schemas.openxmlformats.org/officeDocument/2006/relationships/tags" Target="../tags/tag166.xml"/><Relationship Id="rId1" Type="http://schemas.openxmlformats.org/officeDocument/2006/relationships/tags" Target="../tags/tag160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201.xml"/><Relationship Id="rId8" Type="http://schemas.openxmlformats.org/officeDocument/2006/relationships/tags" Target="../tags/tag200.xml"/><Relationship Id="rId7" Type="http://schemas.openxmlformats.org/officeDocument/2006/relationships/tags" Target="../tags/tag199.xml"/><Relationship Id="rId6" Type="http://schemas.openxmlformats.org/officeDocument/2006/relationships/tags" Target="../tags/tag198.xml"/><Relationship Id="rId5" Type="http://schemas.openxmlformats.org/officeDocument/2006/relationships/tags" Target="../tags/tag197.xml"/><Relationship Id="rId4" Type="http://schemas.openxmlformats.org/officeDocument/2006/relationships/tags" Target="../tags/tag196.xml"/><Relationship Id="rId37" Type="http://schemas.openxmlformats.org/officeDocument/2006/relationships/notesSlide" Target="../notesSlides/notesSlide12.xml"/><Relationship Id="rId36" Type="http://schemas.openxmlformats.org/officeDocument/2006/relationships/slideLayout" Target="../slideLayouts/slideLayout1.xml"/><Relationship Id="rId35" Type="http://schemas.openxmlformats.org/officeDocument/2006/relationships/tags" Target="../tags/tag220.xml"/><Relationship Id="rId34" Type="http://schemas.openxmlformats.org/officeDocument/2006/relationships/tags" Target="../tags/tag219.xml"/><Relationship Id="rId33" Type="http://schemas.openxmlformats.org/officeDocument/2006/relationships/tags" Target="../tags/tag218.xml"/><Relationship Id="rId32" Type="http://schemas.openxmlformats.org/officeDocument/2006/relationships/tags" Target="../tags/tag217.xml"/><Relationship Id="rId31" Type="http://schemas.openxmlformats.org/officeDocument/2006/relationships/tags" Target="../tags/tag216.xml"/><Relationship Id="rId30" Type="http://schemas.openxmlformats.org/officeDocument/2006/relationships/tags" Target="../tags/tag215.xml"/><Relationship Id="rId3" Type="http://schemas.openxmlformats.org/officeDocument/2006/relationships/tags" Target="../tags/tag195.xml"/><Relationship Id="rId29" Type="http://schemas.openxmlformats.org/officeDocument/2006/relationships/tags" Target="../tags/tag214.xml"/><Relationship Id="rId28" Type="http://schemas.openxmlformats.org/officeDocument/2006/relationships/image" Target="../media/image30.png"/><Relationship Id="rId27" Type="http://schemas.openxmlformats.org/officeDocument/2006/relationships/tags" Target="../tags/tag213.xml"/><Relationship Id="rId26" Type="http://schemas.openxmlformats.org/officeDocument/2006/relationships/tags" Target="../tags/tag212.xml"/><Relationship Id="rId25" Type="http://schemas.openxmlformats.org/officeDocument/2006/relationships/image" Target="../media/image29.png"/><Relationship Id="rId24" Type="http://schemas.openxmlformats.org/officeDocument/2006/relationships/tags" Target="../tags/tag211.xml"/><Relationship Id="rId23" Type="http://schemas.openxmlformats.org/officeDocument/2006/relationships/tags" Target="../tags/tag210.xml"/><Relationship Id="rId22" Type="http://schemas.openxmlformats.org/officeDocument/2006/relationships/image" Target="../media/image28.png"/><Relationship Id="rId21" Type="http://schemas.openxmlformats.org/officeDocument/2006/relationships/tags" Target="../tags/tag209.xml"/><Relationship Id="rId20" Type="http://schemas.openxmlformats.org/officeDocument/2006/relationships/tags" Target="../tags/tag208.xml"/><Relationship Id="rId2" Type="http://schemas.openxmlformats.org/officeDocument/2006/relationships/tags" Target="../tags/tag194.xml"/><Relationship Id="rId19" Type="http://schemas.openxmlformats.org/officeDocument/2006/relationships/image" Target="../media/image27.png"/><Relationship Id="rId18" Type="http://schemas.openxmlformats.org/officeDocument/2006/relationships/tags" Target="../tags/tag207.xml"/><Relationship Id="rId17" Type="http://schemas.openxmlformats.org/officeDocument/2006/relationships/tags" Target="../tags/tag206.xml"/><Relationship Id="rId16" Type="http://schemas.openxmlformats.org/officeDocument/2006/relationships/image" Target="../media/image26.png"/><Relationship Id="rId15" Type="http://schemas.openxmlformats.org/officeDocument/2006/relationships/tags" Target="../tags/tag205.xml"/><Relationship Id="rId14" Type="http://schemas.openxmlformats.org/officeDocument/2006/relationships/tags" Target="../tags/tag204.xml"/><Relationship Id="rId13" Type="http://schemas.openxmlformats.org/officeDocument/2006/relationships/image" Target="../media/image25.png"/><Relationship Id="rId12" Type="http://schemas.openxmlformats.org/officeDocument/2006/relationships/tags" Target="../tags/tag203.xml"/><Relationship Id="rId11" Type="http://schemas.openxmlformats.org/officeDocument/2006/relationships/tags" Target="../tags/tag202.xml"/><Relationship Id="rId10" Type="http://schemas.openxmlformats.org/officeDocument/2006/relationships/image" Target="../media/image4.png"/><Relationship Id="rId1" Type="http://schemas.openxmlformats.org/officeDocument/2006/relationships/tags" Target="../tags/tag19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pic>
        <p:nvPicPr>
          <p:cNvPr id="11" name="图片 10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593975" y="633095"/>
            <a:ext cx="3024505" cy="122110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593975" y="1935480"/>
            <a:ext cx="3024505" cy="1221105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593975" y="3237865"/>
            <a:ext cx="3024505" cy="1221105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2593975" y="5357495"/>
            <a:ext cx="3024505" cy="1223645"/>
          </a:xfrm>
          <a:prstGeom prst="rect">
            <a:avLst/>
          </a:prstGeom>
        </p:spPr>
      </p:pic>
      <p:sp>
        <p:nvSpPr>
          <p:cNvPr id="17" name="圆角矩形 16"/>
          <p:cNvSpPr/>
          <p:nvPr/>
        </p:nvSpPr>
        <p:spPr>
          <a:xfrm>
            <a:off x="184150" y="2309495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Parameter</a:t>
            </a:r>
            <a:endParaRPr lang="en-US" altLang="zh-CN"/>
          </a:p>
        </p:txBody>
      </p:sp>
      <p:sp>
        <p:nvSpPr>
          <p:cNvPr id="18" name="圆角矩形 17"/>
          <p:cNvSpPr/>
          <p:nvPr>
            <p:custDataLst>
              <p:tags r:id="rId7"/>
            </p:custDataLst>
          </p:nvPr>
        </p:nvSpPr>
        <p:spPr>
          <a:xfrm>
            <a:off x="2467610" y="655955"/>
            <a:ext cx="464820" cy="115189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19" name="圆角矩形 18"/>
          <p:cNvSpPr/>
          <p:nvPr>
            <p:custDataLst>
              <p:tags r:id="rId8"/>
            </p:custDataLst>
          </p:nvPr>
        </p:nvSpPr>
        <p:spPr>
          <a:xfrm>
            <a:off x="2467610" y="1972310"/>
            <a:ext cx="464820" cy="115189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0" name="圆角矩形 19"/>
          <p:cNvSpPr/>
          <p:nvPr>
            <p:custDataLst>
              <p:tags r:id="rId9"/>
            </p:custDataLst>
          </p:nvPr>
        </p:nvSpPr>
        <p:spPr>
          <a:xfrm>
            <a:off x="2467610" y="3311525"/>
            <a:ext cx="464820" cy="115189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1" name="圆角矩形 20"/>
          <p:cNvSpPr/>
          <p:nvPr>
            <p:custDataLst>
              <p:tags r:id="rId10"/>
            </p:custDataLst>
          </p:nvPr>
        </p:nvSpPr>
        <p:spPr>
          <a:xfrm>
            <a:off x="2467610" y="5547995"/>
            <a:ext cx="464820" cy="88646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3" name="圆角矩形 22"/>
          <p:cNvSpPr/>
          <p:nvPr>
            <p:custDataLst>
              <p:tags r:id="rId11"/>
            </p:custDataLst>
          </p:nvPr>
        </p:nvSpPr>
        <p:spPr>
          <a:xfrm>
            <a:off x="184150" y="5765800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Point</a:t>
            </a:r>
            <a:endParaRPr lang="en-US" altLang="zh-CN"/>
          </a:p>
        </p:txBody>
      </p:sp>
      <p:cxnSp>
        <p:nvCxnSpPr>
          <p:cNvPr id="25" name="直接箭头连接符 24"/>
          <p:cNvCxnSpPr>
            <a:stCxn id="17" idx="3"/>
            <a:endCxn id="18" idx="1"/>
          </p:cNvCxnSpPr>
          <p:nvPr/>
        </p:nvCxnSpPr>
        <p:spPr>
          <a:xfrm flipV="1">
            <a:off x="1511935" y="1231900"/>
            <a:ext cx="955675" cy="131445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7" name="直接箭头连接符 26"/>
          <p:cNvCxnSpPr>
            <a:stCxn id="17" idx="3"/>
            <a:endCxn id="19" idx="1"/>
          </p:cNvCxnSpPr>
          <p:nvPr>
            <p:custDataLst>
              <p:tags r:id="rId12"/>
            </p:custDataLst>
          </p:nvPr>
        </p:nvCxnSpPr>
        <p:spPr>
          <a:xfrm>
            <a:off x="1511935" y="2546350"/>
            <a:ext cx="955675" cy="1905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8" name="直接箭头连接符 27"/>
          <p:cNvCxnSpPr>
            <a:stCxn id="17" idx="3"/>
            <a:endCxn id="20" idx="1"/>
          </p:cNvCxnSpPr>
          <p:nvPr>
            <p:custDataLst>
              <p:tags r:id="rId13"/>
            </p:custDataLst>
          </p:nvPr>
        </p:nvCxnSpPr>
        <p:spPr>
          <a:xfrm>
            <a:off x="1511935" y="2546350"/>
            <a:ext cx="955675" cy="134112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>
            <a:stCxn id="23" idx="3"/>
            <a:endCxn id="21" idx="1"/>
          </p:cNvCxnSpPr>
          <p:nvPr>
            <p:custDataLst>
              <p:tags r:id="rId14"/>
            </p:custDataLst>
          </p:nvPr>
        </p:nvCxnSpPr>
        <p:spPr>
          <a:xfrm flipV="1">
            <a:off x="1511935" y="5991225"/>
            <a:ext cx="955675" cy="1143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0" name="圆角矩形 29"/>
          <p:cNvSpPr/>
          <p:nvPr>
            <p:custDataLst>
              <p:tags r:id="rId15"/>
            </p:custDataLst>
          </p:nvPr>
        </p:nvSpPr>
        <p:spPr>
          <a:xfrm>
            <a:off x="5249545" y="1014095"/>
            <a:ext cx="464820" cy="3066415"/>
          </a:xfrm>
          <a:prstGeom prst="roundRect">
            <a:avLst/>
          </a:prstGeom>
          <a:noFill/>
          <a:ln w="19050" cap="flat" cmpd="sng">
            <a:solidFill>
              <a:schemeClr val="accent2">
                <a:lumMod val="75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31" name="圆角矩形 30"/>
          <p:cNvSpPr/>
          <p:nvPr>
            <p:custDataLst>
              <p:tags r:id="rId16"/>
            </p:custDataLst>
          </p:nvPr>
        </p:nvSpPr>
        <p:spPr>
          <a:xfrm>
            <a:off x="5249545" y="5353685"/>
            <a:ext cx="464820" cy="1223645"/>
          </a:xfrm>
          <a:prstGeom prst="roundRect">
            <a:avLst/>
          </a:prstGeom>
          <a:noFill/>
          <a:ln w="19050" cap="flat" cmpd="sng">
            <a:solidFill>
              <a:schemeClr val="accent2">
                <a:lumMod val="75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grpSp>
        <p:nvGrpSpPr>
          <p:cNvPr id="36" name="组合 35"/>
          <p:cNvGrpSpPr/>
          <p:nvPr/>
        </p:nvGrpSpPr>
        <p:grpSpPr>
          <a:xfrm>
            <a:off x="6903720" y="3741420"/>
            <a:ext cx="612140" cy="612140"/>
            <a:chOff x="11163" y="6242"/>
            <a:chExt cx="964" cy="964"/>
          </a:xfrm>
        </p:grpSpPr>
        <p:sp>
          <p:nvSpPr>
            <p:cNvPr id="33" name="椭圆 32"/>
            <p:cNvSpPr/>
            <p:nvPr/>
          </p:nvSpPr>
          <p:spPr>
            <a:xfrm>
              <a:off x="11271" y="6352"/>
              <a:ext cx="747" cy="747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乘号 34"/>
            <p:cNvSpPr/>
            <p:nvPr/>
          </p:nvSpPr>
          <p:spPr>
            <a:xfrm>
              <a:off x="11163" y="6242"/>
              <a:ext cx="964" cy="964"/>
            </a:xfrm>
            <a:prstGeom prst="mathMultiply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cxnSp>
        <p:nvCxnSpPr>
          <p:cNvPr id="37" name="直接箭头连接符 36"/>
          <p:cNvCxnSpPr>
            <a:stCxn id="30" idx="3"/>
            <a:endCxn id="35" idx="0"/>
          </p:cNvCxnSpPr>
          <p:nvPr>
            <p:custDataLst>
              <p:tags r:id="rId17"/>
            </p:custDataLst>
          </p:nvPr>
        </p:nvCxnSpPr>
        <p:spPr>
          <a:xfrm>
            <a:off x="5714365" y="2547620"/>
            <a:ext cx="1336675" cy="134112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>
            <a:stCxn id="31" idx="3"/>
            <a:endCxn id="35" idx="3"/>
          </p:cNvCxnSpPr>
          <p:nvPr>
            <p:custDataLst>
              <p:tags r:id="rId18"/>
            </p:custDataLst>
          </p:nvPr>
        </p:nvCxnSpPr>
        <p:spPr>
          <a:xfrm flipV="1">
            <a:off x="5714365" y="4206240"/>
            <a:ext cx="1336675" cy="1759585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9" name="圆角矩形 38"/>
          <p:cNvSpPr/>
          <p:nvPr>
            <p:custDataLst>
              <p:tags r:id="rId19"/>
            </p:custDataLst>
          </p:nvPr>
        </p:nvSpPr>
        <p:spPr>
          <a:xfrm>
            <a:off x="8263255" y="3811905"/>
            <a:ext cx="1327785" cy="473710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Output</a:t>
            </a:r>
            <a:endParaRPr lang="en-US" altLang="zh-CN"/>
          </a:p>
        </p:txBody>
      </p:sp>
      <p:cxnSp>
        <p:nvCxnSpPr>
          <p:cNvPr id="40" name="直接箭头连接符 39"/>
          <p:cNvCxnSpPr>
            <a:stCxn id="33" idx="6"/>
            <a:endCxn id="39" idx="1"/>
          </p:cNvCxnSpPr>
          <p:nvPr>
            <p:custDataLst>
              <p:tags r:id="rId20"/>
            </p:custDataLst>
          </p:nvPr>
        </p:nvCxnSpPr>
        <p:spPr>
          <a:xfrm>
            <a:off x="7446645" y="4048760"/>
            <a:ext cx="816610" cy="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圆角矩形 40"/>
          <p:cNvSpPr/>
          <p:nvPr>
            <p:custDataLst>
              <p:tags r:id="rId21"/>
            </p:custDataLst>
          </p:nvPr>
        </p:nvSpPr>
        <p:spPr>
          <a:xfrm>
            <a:off x="1888490" y="92075"/>
            <a:ext cx="4468495" cy="450850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366770" y="92710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Branch Net</a:t>
            </a:r>
            <a:r>
              <a:rPr lang="en-US" altLang="zh-CN"/>
              <a:t>s</a:t>
            </a:r>
            <a:endParaRPr lang="en-US" altLang="zh-CN"/>
          </a:p>
        </p:txBody>
      </p:sp>
      <p:sp>
        <p:nvSpPr>
          <p:cNvPr id="43" name="圆角矩形 42"/>
          <p:cNvSpPr/>
          <p:nvPr>
            <p:custDataLst>
              <p:tags r:id="rId22"/>
            </p:custDataLst>
          </p:nvPr>
        </p:nvSpPr>
        <p:spPr>
          <a:xfrm>
            <a:off x="1888490" y="4778375"/>
            <a:ext cx="4468495" cy="189420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4" name="文本框 43"/>
          <p:cNvSpPr txBox="1"/>
          <p:nvPr>
            <p:custDataLst>
              <p:tags r:id="rId23"/>
            </p:custDataLst>
          </p:nvPr>
        </p:nvSpPr>
        <p:spPr>
          <a:xfrm>
            <a:off x="3366770" y="479488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Trunk Net</a:t>
            </a:r>
            <a:endParaRPr lang="en-US" alt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600960" y="1748790"/>
            <a:ext cx="3023870" cy="1585595"/>
          </a:xfrm>
          <a:prstGeom prst="rect">
            <a:avLst/>
          </a:prstGeom>
        </p:spPr>
      </p:pic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pic>
        <p:nvPicPr>
          <p:cNvPr id="15" name="图片 1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593975" y="4544695"/>
            <a:ext cx="3024505" cy="1223645"/>
          </a:xfrm>
          <a:prstGeom prst="rect">
            <a:avLst/>
          </a:prstGeom>
        </p:spPr>
      </p:pic>
      <p:sp>
        <p:nvSpPr>
          <p:cNvPr id="17" name="圆角矩形 16"/>
          <p:cNvSpPr/>
          <p:nvPr/>
        </p:nvSpPr>
        <p:spPr>
          <a:xfrm>
            <a:off x="184150" y="2309495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Parameter</a:t>
            </a:r>
            <a:endParaRPr lang="en-US" altLang="zh-CN"/>
          </a:p>
        </p:txBody>
      </p:sp>
      <p:sp>
        <p:nvSpPr>
          <p:cNvPr id="19" name="圆角矩形 18"/>
          <p:cNvSpPr/>
          <p:nvPr>
            <p:custDataLst>
              <p:tags r:id="rId5"/>
            </p:custDataLst>
          </p:nvPr>
        </p:nvSpPr>
        <p:spPr>
          <a:xfrm>
            <a:off x="2467610" y="1972310"/>
            <a:ext cx="464820" cy="115189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1" name="圆角矩形 20"/>
          <p:cNvSpPr/>
          <p:nvPr>
            <p:custDataLst>
              <p:tags r:id="rId6"/>
            </p:custDataLst>
          </p:nvPr>
        </p:nvSpPr>
        <p:spPr>
          <a:xfrm>
            <a:off x="2467610" y="4735195"/>
            <a:ext cx="464820" cy="88646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3" name="圆角矩形 22"/>
          <p:cNvSpPr/>
          <p:nvPr>
            <p:custDataLst>
              <p:tags r:id="rId7"/>
            </p:custDataLst>
          </p:nvPr>
        </p:nvSpPr>
        <p:spPr>
          <a:xfrm>
            <a:off x="184150" y="4953000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Point</a:t>
            </a:r>
            <a:endParaRPr lang="en-US" altLang="zh-CN"/>
          </a:p>
        </p:txBody>
      </p:sp>
      <p:cxnSp>
        <p:nvCxnSpPr>
          <p:cNvPr id="27" name="直接箭头连接符 26"/>
          <p:cNvCxnSpPr>
            <a:stCxn id="17" idx="3"/>
            <a:endCxn id="19" idx="1"/>
          </p:cNvCxnSpPr>
          <p:nvPr>
            <p:custDataLst>
              <p:tags r:id="rId8"/>
            </p:custDataLst>
          </p:nvPr>
        </p:nvCxnSpPr>
        <p:spPr>
          <a:xfrm>
            <a:off x="1511935" y="2546350"/>
            <a:ext cx="955675" cy="1905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>
            <a:stCxn id="23" idx="3"/>
            <a:endCxn id="21" idx="1"/>
          </p:cNvCxnSpPr>
          <p:nvPr>
            <p:custDataLst>
              <p:tags r:id="rId9"/>
            </p:custDataLst>
          </p:nvPr>
        </p:nvCxnSpPr>
        <p:spPr>
          <a:xfrm flipV="1">
            <a:off x="1511935" y="5178425"/>
            <a:ext cx="955675" cy="1143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0" name="圆角矩形 29"/>
          <p:cNvSpPr/>
          <p:nvPr>
            <p:custDataLst>
              <p:tags r:id="rId10"/>
            </p:custDataLst>
          </p:nvPr>
        </p:nvSpPr>
        <p:spPr>
          <a:xfrm>
            <a:off x="5249545" y="1971675"/>
            <a:ext cx="464820" cy="1153160"/>
          </a:xfrm>
          <a:prstGeom prst="roundRect">
            <a:avLst/>
          </a:prstGeom>
          <a:noFill/>
          <a:ln w="19050" cap="flat" cmpd="sng">
            <a:solidFill>
              <a:schemeClr val="accent2">
                <a:lumMod val="75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31" name="圆角矩形 30"/>
          <p:cNvSpPr/>
          <p:nvPr>
            <p:custDataLst>
              <p:tags r:id="rId11"/>
            </p:custDataLst>
          </p:nvPr>
        </p:nvSpPr>
        <p:spPr>
          <a:xfrm>
            <a:off x="5249545" y="4540885"/>
            <a:ext cx="464820" cy="1223645"/>
          </a:xfrm>
          <a:prstGeom prst="roundRect">
            <a:avLst/>
          </a:prstGeom>
          <a:noFill/>
          <a:ln w="19050" cap="flat" cmpd="sng">
            <a:solidFill>
              <a:schemeClr val="accent2">
                <a:lumMod val="75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grpSp>
        <p:nvGrpSpPr>
          <p:cNvPr id="36" name="组合 35"/>
          <p:cNvGrpSpPr/>
          <p:nvPr/>
        </p:nvGrpSpPr>
        <p:grpSpPr>
          <a:xfrm>
            <a:off x="6903720" y="3360420"/>
            <a:ext cx="612140" cy="612140"/>
            <a:chOff x="11163" y="6242"/>
            <a:chExt cx="964" cy="964"/>
          </a:xfrm>
        </p:grpSpPr>
        <p:sp>
          <p:nvSpPr>
            <p:cNvPr id="33" name="椭圆 32"/>
            <p:cNvSpPr/>
            <p:nvPr/>
          </p:nvSpPr>
          <p:spPr>
            <a:xfrm>
              <a:off x="11271" y="6352"/>
              <a:ext cx="747" cy="747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乘号 34"/>
            <p:cNvSpPr/>
            <p:nvPr/>
          </p:nvSpPr>
          <p:spPr>
            <a:xfrm>
              <a:off x="11163" y="6242"/>
              <a:ext cx="964" cy="964"/>
            </a:xfrm>
            <a:prstGeom prst="mathMultiply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cxnSp>
        <p:nvCxnSpPr>
          <p:cNvPr id="37" name="直接箭头连接符 36"/>
          <p:cNvCxnSpPr>
            <a:stCxn id="30" idx="3"/>
            <a:endCxn id="35" idx="0"/>
          </p:cNvCxnSpPr>
          <p:nvPr>
            <p:custDataLst>
              <p:tags r:id="rId12"/>
            </p:custDataLst>
          </p:nvPr>
        </p:nvCxnSpPr>
        <p:spPr>
          <a:xfrm>
            <a:off x="5714365" y="2548255"/>
            <a:ext cx="1336675" cy="959485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>
            <a:stCxn id="31" idx="3"/>
            <a:endCxn id="35" idx="3"/>
          </p:cNvCxnSpPr>
          <p:nvPr>
            <p:custDataLst>
              <p:tags r:id="rId13"/>
            </p:custDataLst>
          </p:nvPr>
        </p:nvCxnSpPr>
        <p:spPr>
          <a:xfrm flipV="1">
            <a:off x="5714365" y="3825240"/>
            <a:ext cx="1336675" cy="1327785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9" name="圆角矩形 38"/>
          <p:cNvSpPr/>
          <p:nvPr>
            <p:custDataLst>
              <p:tags r:id="rId14"/>
            </p:custDataLst>
          </p:nvPr>
        </p:nvSpPr>
        <p:spPr>
          <a:xfrm>
            <a:off x="8263255" y="3430905"/>
            <a:ext cx="1327785" cy="473710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Output</a:t>
            </a:r>
            <a:endParaRPr lang="en-US" altLang="zh-CN"/>
          </a:p>
        </p:txBody>
      </p:sp>
      <p:cxnSp>
        <p:nvCxnSpPr>
          <p:cNvPr id="40" name="直接箭头连接符 39"/>
          <p:cNvCxnSpPr>
            <a:stCxn id="33" idx="6"/>
            <a:endCxn id="39" idx="1"/>
          </p:cNvCxnSpPr>
          <p:nvPr>
            <p:custDataLst>
              <p:tags r:id="rId15"/>
            </p:custDataLst>
          </p:nvPr>
        </p:nvCxnSpPr>
        <p:spPr>
          <a:xfrm>
            <a:off x="7446645" y="3667760"/>
            <a:ext cx="816610" cy="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圆角矩形 40"/>
          <p:cNvSpPr/>
          <p:nvPr>
            <p:custDataLst>
              <p:tags r:id="rId16"/>
            </p:custDataLst>
          </p:nvPr>
        </p:nvSpPr>
        <p:spPr>
          <a:xfrm>
            <a:off x="1888490" y="1094740"/>
            <a:ext cx="4468495" cy="233426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366770" y="110426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Branch Net</a:t>
            </a:r>
            <a:endParaRPr lang="en-US" altLang="zh-CN"/>
          </a:p>
        </p:txBody>
      </p:sp>
      <p:sp>
        <p:nvSpPr>
          <p:cNvPr id="43" name="圆角矩形 42"/>
          <p:cNvSpPr/>
          <p:nvPr>
            <p:custDataLst>
              <p:tags r:id="rId17"/>
            </p:custDataLst>
          </p:nvPr>
        </p:nvSpPr>
        <p:spPr>
          <a:xfrm>
            <a:off x="1888490" y="3800475"/>
            <a:ext cx="4468495" cy="205930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4" name="文本框 43"/>
          <p:cNvSpPr txBox="1"/>
          <p:nvPr>
            <p:custDataLst>
              <p:tags r:id="rId18"/>
            </p:custDataLst>
          </p:nvPr>
        </p:nvSpPr>
        <p:spPr>
          <a:xfrm>
            <a:off x="3366770" y="379158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Trunk Net</a:t>
            </a:r>
            <a:endParaRPr lang="en-US" altLang="zh-C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1805" y="2352040"/>
            <a:ext cx="5684520" cy="157289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4658932" y="2467229"/>
                <a:ext cx="497205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8932" y="2467229"/>
                <a:ext cx="497205" cy="368300"/>
              </a:xfrm>
              <a:prstGeom prst="rect">
                <a:avLst/>
              </a:prstGeom>
              <a:blipFill rotWithShape="1">
                <a:blip r:embed="rId2"/>
                <a:stretch>
                  <a:fillRect l="-115" t="-69" r="115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4658932" y="3448304"/>
                <a:ext cx="515620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8932" y="3448304"/>
                <a:ext cx="515620" cy="368935"/>
              </a:xfrm>
              <a:prstGeom prst="rect">
                <a:avLst/>
              </a:prstGeom>
              <a:blipFill rotWithShape="1">
                <a:blip r:embed="rId3"/>
                <a:stretch>
                  <a:fillRect l="-111" t="-69" r="111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本框 7"/>
              <p:cNvSpPr txBox="1"/>
              <p:nvPr/>
            </p:nvSpPr>
            <p:spPr>
              <a:xfrm>
                <a:off x="4658932" y="2835529"/>
                <a:ext cx="515620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8932" y="2835529"/>
                <a:ext cx="515620" cy="368300"/>
              </a:xfrm>
              <a:prstGeom prst="rect">
                <a:avLst/>
              </a:prstGeom>
              <a:blipFill rotWithShape="1">
                <a:blip r:embed="rId4"/>
                <a:stretch>
                  <a:fillRect l="-111" t="-69" r="111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8"/>
              <p:cNvSpPr txBox="1"/>
              <p:nvPr/>
            </p:nvSpPr>
            <p:spPr>
              <a:xfrm>
                <a:off x="6689662" y="2467229"/>
                <a:ext cx="481330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662" y="2467229"/>
                <a:ext cx="481330" cy="368300"/>
              </a:xfrm>
              <a:prstGeom prst="rect">
                <a:avLst/>
              </a:prstGeom>
              <a:blipFill rotWithShape="1">
                <a:blip r:embed="rId5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本框 9"/>
              <p:cNvSpPr txBox="1"/>
              <p:nvPr/>
            </p:nvSpPr>
            <p:spPr>
              <a:xfrm>
                <a:off x="6689027" y="3448304"/>
                <a:ext cx="4819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027" y="3448304"/>
                <a:ext cx="481965" cy="368935"/>
              </a:xfrm>
              <a:prstGeom prst="rect">
                <a:avLst/>
              </a:prstGeom>
              <a:blipFill rotWithShape="1">
                <a:blip r:embed="rId6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本框 10"/>
              <p:cNvSpPr txBox="1"/>
              <p:nvPr/>
            </p:nvSpPr>
            <p:spPr>
              <a:xfrm>
                <a:off x="6689027" y="2835529"/>
                <a:ext cx="481965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11" name="文本框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027" y="2835529"/>
                <a:ext cx="481965" cy="368300"/>
              </a:xfrm>
              <a:prstGeom prst="rect">
                <a:avLst/>
              </a:prstGeom>
              <a:blipFill rotWithShape="1">
                <a:blip r:embed="rId7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圆角矩形 11"/>
          <p:cNvSpPr/>
          <p:nvPr>
            <p:custDataLst>
              <p:tags r:id="rId8"/>
            </p:custDataLst>
          </p:nvPr>
        </p:nvSpPr>
        <p:spPr>
          <a:xfrm>
            <a:off x="4658995" y="2466975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13" name="圆角矩形 12"/>
          <p:cNvSpPr/>
          <p:nvPr>
            <p:custDataLst>
              <p:tags r:id="rId9"/>
            </p:custDataLst>
          </p:nvPr>
        </p:nvSpPr>
        <p:spPr>
          <a:xfrm>
            <a:off x="6689090" y="2466975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FF8D4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14" name="下箭头 13"/>
          <p:cNvSpPr/>
          <p:nvPr/>
        </p:nvSpPr>
        <p:spPr>
          <a:xfrm>
            <a:off x="4544695" y="2124075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下箭头 15"/>
          <p:cNvSpPr/>
          <p:nvPr/>
        </p:nvSpPr>
        <p:spPr>
          <a:xfrm>
            <a:off x="6574790" y="2124075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4342130" y="1640840"/>
            <a:ext cx="10972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>
                <a:latin typeface="楷体" charset="0"/>
                <a:ea typeface="楷体" charset="0"/>
              </a:rPr>
              <a:t>固定参数</a:t>
            </a:r>
            <a:endParaRPr lang="zh-CN" altLang="en-US">
              <a:latin typeface="楷体" charset="0"/>
              <a:ea typeface="楷体" charset="0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6267450" y="1640840"/>
            <a:ext cx="1325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>
                <a:latin typeface="楷体" charset="0"/>
                <a:ea typeface="楷体" charset="0"/>
              </a:rPr>
              <a:t>待训练参数</a:t>
            </a:r>
            <a:endParaRPr lang="zh-CN" altLang="en-US">
              <a:latin typeface="楷体" charset="0"/>
              <a:ea typeface="楷体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7640" y="1828165"/>
            <a:ext cx="4959985" cy="2031365"/>
          </a:xfrm>
          <a:prstGeom prst="rect">
            <a:avLst/>
          </a:prstGeom>
        </p:spPr>
      </p:pic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775075" y="572770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STC</a:t>
            </a:r>
            <a:endParaRPr lang="en-US" altLang="zh-CN"/>
          </a:p>
        </p:txBody>
      </p:sp>
      <p:grpSp>
        <p:nvGrpSpPr>
          <p:cNvPr id="8" name="组合 7"/>
          <p:cNvGrpSpPr/>
          <p:nvPr/>
        </p:nvGrpSpPr>
        <p:grpSpPr>
          <a:xfrm>
            <a:off x="2716530" y="2215515"/>
            <a:ext cx="388620" cy="415290"/>
            <a:chOff x="2655" y="6417"/>
            <a:chExt cx="612" cy="654"/>
          </a:xfrm>
        </p:grpSpPr>
        <p:sp>
          <p:nvSpPr>
            <p:cNvPr id="6" name="椭圆 5"/>
            <p:cNvSpPr/>
            <p:nvPr/>
          </p:nvSpPr>
          <p:spPr>
            <a:xfrm>
              <a:off x="2655" y="6459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2724" y="6417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000">
                  <a:ea typeface="楷体" charset="0"/>
                  <a:cs typeface="+mn-lt"/>
                </a:rPr>
                <a:t>x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  <p:grpSp>
        <p:nvGrpSpPr>
          <p:cNvPr id="9" name="组合 8"/>
          <p:cNvGrpSpPr/>
          <p:nvPr/>
        </p:nvGrpSpPr>
        <p:grpSpPr>
          <a:xfrm>
            <a:off x="2716530" y="3015615"/>
            <a:ext cx="389255" cy="407035"/>
            <a:chOff x="2655" y="6431"/>
            <a:chExt cx="613" cy="641"/>
          </a:xfrm>
        </p:grpSpPr>
        <p:sp>
          <p:nvSpPr>
            <p:cNvPr id="10" name="椭圆 9"/>
            <p:cNvSpPr/>
            <p:nvPr/>
          </p:nvSpPr>
          <p:spPr>
            <a:xfrm>
              <a:off x="2655" y="6459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752" y="6431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000">
                  <a:ea typeface="楷体" charset="0"/>
                  <a:cs typeface="+mn-lt"/>
                </a:rPr>
                <a:t>t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图片 1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3855720"/>
            <a:ext cx="3672205" cy="2085340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1603375"/>
            <a:ext cx="3672205" cy="2085340"/>
          </a:xfrm>
          <a:prstGeom prst="rect">
            <a:avLst/>
          </a:prstGeom>
        </p:spPr>
      </p:pic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4325620" y="23812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SoV</a:t>
            </a:r>
            <a:endParaRPr lang="en-US" altLang="zh-CN"/>
          </a:p>
        </p:txBody>
      </p:sp>
      <p:grpSp>
        <p:nvGrpSpPr>
          <p:cNvPr id="8" name="组合 7"/>
          <p:cNvGrpSpPr/>
          <p:nvPr/>
        </p:nvGrpSpPr>
        <p:grpSpPr>
          <a:xfrm>
            <a:off x="1122045" y="2428875"/>
            <a:ext cx="388620" cy="415290"/>
            <a:chOff x="2655" y="6417"/>
            <a:chExt cx="612" cy="654"/>
          </a:xfrm>
        </p:grpSpPr>
        <p:sp>
          <p:nvSpPr>
            <p:cNvPr id="6" name="椭圆 5"/>
            <p:cNvSpPr/>
            <p:nvPr/>
          </p:nvSpPr>
          <p:spPr>
            <a:xfrm>
              <a:off x="2655" y="6459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2724" y="6417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000">
                  <a:ea typeface="楷体" charset="0"/>
                  <a:cs typeface="+mn-lt"/>
                </a:rPr>
                <a:t>x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  <p:grpSp>
        <p:nvGrpSpPr>
          <p:cNvPr id="9" name="组合 8"/>
          <p:cNvGrpSpPr/>
          <p:nvPr/>
        </p:nvGrpSpPr>
        <p:grpSpPr>
          <a:xfrm>
            <a:off x="1121410" y="4685665"/>
            <a:ext cx="389255" cy="407035"/>
            <a:chOff x="2655" y="6431"/>
            <a:chExt cx="613" cy="641"/>
          </a:xfrm>
        </p:grpSpPr>
        <p:sp>
          <p:nvSpPr>
            <p:cNvPr id="10" name="椭圆 9"/>
            <p:cNvSpPr/>
            <p:nvPr/>
          </p:nvSpPr>
          <p:spPr>
            <a:xfrm>
              <a:off x="2655" y="6459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752" y="6431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000">
                  <a:ea typeface="楷体" charset="0"/>
                  <a:cs typeface="+mn-lt"/>
                </a:rPr>
                <a:t>t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  <p:grpSp>
        <p:nvGrpSpPr>
          <p:cNvPr id="20" name="组合 19"/>
          <p:cNvGrpSpPr/>
          <p:nvPr/>
        </p:nvGrpSpPr>
        <p:grpSpPr>
          <a:xfrm>
            <a:off x="5593715" y="3469640"/>
            <a:ext cx="612140" cy="612140"/>
            <a:chOff x="11163" y="6242"/>
            <a:chExt cx="964" cy="964"/>
          </a:xfrm>
        </p:grpSpPr>
        <p:sp>
          <p:nvSpPr>
            <p:cNvPr id="22" name="椭圆 21"/>
            <p:cNvSpPr/>
            <p:nvPr/>
          </p:nvSpPr>
          <p:spPr>
            <a:xfrm>
              <a:off x="11271" y="6352"/>
              <a:ext cx="747" cy="747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4" name="乘号 23"/>
            <p:cNvSpPr/>
            <p:nvPr/>
          </p:nvSpPr>
          <p:spPr>
            <a:xfrm>
              <a:off x="11163" y="6242"/>
              <a:ext cx="964" cy="964"/>
            </a:xfrm>
            <a:prstGeom prst="mathMultiply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cxnSp>
        <p:nvCxnSpPr>
          <p:cNvPr id="25" name="直接箭头连接符 24"/>
          <p:cNvCxnSpPr>
            <a:stCxn id="16" idx="3"/>
            <a:endCxn id="24" idx="0"/>
          </p:cNvCxnSpPr>
          <p:nvPr>
            <p:custDataLst>
              <p:tags r:id="rId2"/>
            </p:custDataLst>
          </p:nvPr>
        </p:nvCxnSpPr>
        <p:spPr>
          <a:xfrm>
            <a:off x="4758055" y="2646045"/>
            <a:ext cx="982980" cy="970915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箭头连接符 25"/>
          <p:cNvCxnSpPr>
            <a:stCxn id="18" idx="3"/>
            <a:endCxn id="24" idx="3"/>
          </p:cNvCxnSpPr>
          <p:nvPr>
            <p:custDataLst>
              <p:tags r:id="rId3"/>
            </p:custDataLst>
          </p:nvPr>
        </p:nvCxnSpPr>
        <p:spPr>
          <a:xfrm flipV="1">
            <a:off x="4758055" y="3934460"/>
            <a:ext cx="982980" cy="96393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183765" y="1748790"/>
            <a:ext cx="3023870" cy="1585595"/>
          </a:xfrm>
          <a:prstGeom prst="rect">
            <a:avLst/>
          </a:prstGeom>
        </p:spPr>
      </p:pic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pic>
        <p:nvPicPr>
          <p:cNvPr id="15" name="图片 1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176780" y="4544695"/>
            <a:ext cx="3024505" cy="1223645"/>
          </a:xfrm>
          <a:prstGeom prst="rect">
            <a:avLst/>
          </a:prstGeom>
        </p:spPr>
      </p:pic>
      <p:sp>
        <p:nvSpPr>
          <p:cNvPr id="17" name="圆角矩形 16"/>
          <p:cNvSpPr/>
          <p:nvPr/>
        </p:nvSpPr>
        <p:spPr>
          <a:xfrm>
            <a:off x="222250" y="2309495"/>
            <a:ext cx="12896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Parameter</a:t>
            </a:r>
            <a:endParaRPr lang="en-US" altLang="zh-CN"/>
          </a:p>
        </p:txBody>
      </p:sp>
      <p:sp>
        <p:nvSpPr>
          <p:cNvPr id="19" name="圆角矩形 18"/>
          <p:cNvSpPr/>
          <p:nvPr>
            <p:custDataLst>
              <p:tags r:id="rId5"/>
            </p:custDataLst>
          </p:nvPr>
        </p:nvSpPr>
        <p:spPr>
          <a:xfrm>
            <a:off x="2050415" y="1971675"/>
            <a:ext cx="464820" cy="115189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1" name="圆角矩形 20"/>
          <p:cNvSpPr/>
          <p:nvPr>
            <p:custDataLst>
              <p:tags r:id="rId6"/>
            </p:custDataLst>
          </p:nvPr>
        </p:nvSpPr>
        <p:spPr>
          <a:xfrm>
            <a:off x="2050415" y="4735195"/>
            <a:ext cx="464820" cy="88646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3" name="圆角矩形 22"/>
          <p:cNvSpPr/>
          <p:nvPr>
            <p:custDataLst>
              <p:tags r:id="rId7"/>
            </p:custDataLst>
          </p:nvPr>
        </p:nvSpPr>
        <p:spPr>
          <a:xfrm>
            <a:off x="184150" y="4953000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Point</a:t>
            </a:r>
            <a:endParaRPr lang="en-US" altLang="zh-CN"/>
          </a:p>
        </p:txBody>
      </p:sp>
      <p:cxnSp>
        <p:nvCxnSpPr>
          <p:cNvPr id="27" name="直接箭头连接符 26"/>
          <p:cNvCxnSpPr>
            <a:stCxn id="17" idx="3"/>
            <a:endCxn id="19" idx="1"/>
          </p:cNvCxnSpPr>
          <p:nvPr>
            <p:custDataLst>
              <p:tags r:id="rId8"/>
            </p:custDataLst>
          </p:nvPr>
        </p:nvCxnSpPr>
        <p:spPr>
          <a:xfrm>
            <a:off x="1511935" y="2546350"/>
            <a:ext cx="538480" cy="127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>
            <a:stCxn id="23" idx="3"/>
            <a:endCxn id="21" idx="1"/>
          </p:cNvCxnSpPr>
          <p:nvPr>
            <p:custDataLst>
              <p:tags r:id="rId9"/>
            </p:custDataLst>
          </p:nvPr>
        </p:nvCxnSpPr>
        <p:spPr>
          <a:xfrm flipV="1">
            <a:off x="1511935" y="5178425"/>
            <a:ext cx="538480" cy="1143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7" name="直接箭头连接符 36"/>
          <p:cNvCxnSpPr/>
          <p:nvPr>
            <p:custDataLst>
              <p:tags r:id="rId10"/>
            </p:custDataLst>
          </p:nvPr>
        </p:nvCxnSpPr>
        <p:spPr>
          <a:xfrm>
            <a:off x="5206365" y="2220595"/>
            <a:ext cx="868680" cy="1112520"/>
          </a:xfrm>
          <a:prstGeom prst="straightConnector1">
            <a:avLst/>
          </a:prstGeom>
          <a:ln w="15875" cmpd="sng">
            <a:solidFill>
              <a:srgbClr val="FF8D41"/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>
            <a:stCxn id="34" idx="3"/>
            <a:endCxn id="50" idx="1"/>
          </p:cNvCxnSpPr>
          <p:nvPr>
            <p:custDataLst>
              <p:tags r:id="rId11"/>
            </p:custDataLst>
          </p:nvPr>
        </p:nvCxnSpPr>
        <p:spPr>
          <a:xfrm>
            <a:off x="7299325" y="3776980"/>
            <a:ext cx="599440" cy="48641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0" name="直接箭头连接符 39"/>
          <p:cNvCxnSpPr>
            <a:stCxn id="34" idx="3"/>
            <a:endCxn id="39" idx="1"/>
          </p:cNvCxnSpPr>
          <p:nvPr>
            <p:custDataLst>
              <p:tags r:id="rId12"/>
            </p:custDataLst>
          </p:nvPr>
        </p:nvCxnSpPr>
        <p:spPr>
          <a:xfrm flipV="1">
            <a:off x="7299325" y="3282950"/>
            <a:ext cx="638810" cy="49403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圆角矩形 40"/>
          <p:cNvSpPr/>
          <p:nvPr>
            <p:custDataLst>
              <p:tags r:id="rId13"/>
            </p:custDataLst>
          </p:nvPr>
        </p:nvSpPr>
        <p:spPr>
          <a:xfrm>
            <a:off x="1727200" y="1207770"/>
            <a:ext cx="3685540" cy="222123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2949575" y="120713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Branch Net</a:t>
            </a:r>
            <a:endParaRPr lang="en-US" altLang="zh-CN"/>
          </a:p>
        </p:txBody>
      </p:sp>
      <p:sp>
        <p:nvSpPr>
          <p:cNvPr id="43" name="圆角矩形 42"/>
          <p:cNvSpPr/>
          <p:nvPr>
            <p:custDataLst>
              <p:tags r:id="rId14"/>
            </p:custDataLst>
          </p:nvPr>
        </p:nvSpPr>
        <p:spPr>
          <a:xfrm>
            <a:off x="1727200" y="3997325"/>
            <a:ext cx="3686175" cy="186245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4" name="文本框 43"/>
          <p:cNvSpPr txBox="1"/>
          <p:nvPr>
            <p:custDataLst>
              <p:tags r:id="rId15"/>
            </p:custDataLst>
          </p:nvPr>
        </p:nvSpPr>
        <p:spPr>
          <a:xfrm>
            <a:off x="2949575" y="3996690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Trunk Net</a:t>
            </a:r>
            <a:endParaRPr lang="en-US" altLang="zh-CN"/>
          </a:p>
        </p:txBody>
      </p:sp>
      <p:sp>
        <p:nvSpPr>
          <p:cNvPr id="10" name="圆角矩形 9"/>
          <p:cNvSpPr/>
          <p:nvPr>
            <p:custDataLst>
              <p:tags r:id="rId16"/>
            </p:custDataLst>
          </p:nvPr>
        </p:nvSpPr>
        <p:spPr>
          <a:xfrm>
            <a:off x="5709285" y="1207770"/>
            <a:ext cx="1667510" cy="4652010"/>
          </a:xfrm>
          <a:prstGeom prst="roundRect">
            <a:avLst/>
          </a:prstGeom>
          <a:noFill/>
          <a:ln w="19050" cap="flat" cmpd="sng">
            <a:solidFill>
              <a:srgbClr val="00B0F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5878830" y="1207770"/>
            <a:ext cx="1328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Merge Net</a:t>
            </a:r>
            <a:endParaRPr lang="en-US" altLang="zh-CN"/>
          </a:p>
        </p:txBody>
      </p:sp>
      <p:grpSp>
        <p:nvGrpSpPr>
          <p:cNvPr id="22" name="组合 21"/>
          <p:cNvGrpSpPr/>
          <p:nvPr/>
        </p:nvGrpSpPr>
        <p:grpSpPr>
          <a:xfrm>
            <a:off x="5932170" y="3203575"/>
            <a:ext cx="1221740" cy="1161415"/>
            <a:chOff x="11157" y="5067"/>
            <a:chExt cx="1924" cy="1829"/>
          </a:xfrm>
        </p:grpSpPr>
        <p:pic>
          <p:nvPicPr>
            <p:cNvPr id="9" name="图片 8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11385" y="5249"/>
              <a:ext cx="1697" cy="1421"/>
            </a:xfrm>
            <a:prstGeom prst="rect">
              <a:avLst/>
            </a:prstGeom>
          </p:spPr>
        </p:pic>
        <p:grpSp>
          <p:nvGrpSpPr>
            <p:cNvPr id="12" name="组合 11"/>
            <p:cNvGrpSpPr/>
            <p:nvPr/>
          </p:nvGrpSpPr>
          <p:grpSpPr>
            <a:xfrm>
              <a:off x="11157" y="5067"/>
              <a:ext cx="768" cy="724"/>
              <a:chOff x="13755" y="7922"/>
              <a:chExt cx="768" cy="724"/>
            </a:xfrm>
          </p:grpSpPr>
          <p:sp>
            <p:nvSpPr>
              <p:cNvPr id="13" name="椭圆 12"/>
              <p:cNvSpPr/>
              <p:nvPr/>
            </p:nvSpPr>
            <p:spPr>
              <a:xfrm>
                <a:off x="13986" y="8113"/>
                <a:ext cx="307" cy="307"/>
              </a:xfrm>
              <a:prstGeom prst="ellipse">
                <a:avLst/>
              </a:prstGeom>
              <a:solidFill>
                <a:schemeClr val="bg1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13755" y="7922"/>
                <a:ext cx="768" cy="7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zh-CN" altLang="en-US" sz="2400"/>
                  <a:t>×</a:t>
                </a:r>
                <a:r>
                  <a:rPr lang="zh-CN" altLang="en-US" sz="2400"/>
                  <a:t>️</a:t>
                </a:r>
                <a:endParaRPr lang="zh-CN" altLang="en-US" sz="2400"/>
              </a:p>
            </p:txBody>
          </p:sp>
        </p:grpSp>
        <p:grpSp>
          <p:nvGrpSpPr>
            <p:cNvPr id="16" name="组合 15"/>
            <p:cNvGrpSpPr/>
            <p:nvPr/>
          </p:nvGrpSpPr>
          <p:grpSpPr>
            <a:xfrm>
              <a:off x="11157" y="5608"/>
              <a:ext cx="768" cy="724"/>
              <a:chOff x="13755" y="7922"/>
              <a:chExt cx="768" cy="724"/>
            </a:xfrm>
          </p:grpSpPr>
          <p:sp>
            <p:nvSpPr>
              <p:cNvPr id="18" name="椭圆 17"/>
              <p:cNvSpPr/>
              <p:nvPr/>
            </p:nvSpPr>
            <p:spPr>
              <a:xfrm>
                <a:off x="13986" y="8113"/>
                <a:ext cx="307" cy="307"/>
              </a:xfrm>
              <a:prstGeom prst="ellipse">
                <a:avLst/>
              </a:prstGeom>
              <a:solidFill>
                <a:schemeClr val="bg1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0" name="文本框 19"/>
              <p:cNvSpPr txBox="1"/>
              <p:nvPr/>
            </p:nvSpPr>
            <p:spPr>
              <a:xfrm>
                <a:off x="13755" y="7922"/>
                <a:ext cx="768" cy="7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zh-CN" altLang="en-US" sz="2400"/>
                  <a:t>×</a:t>
                </a:r>
                <a:r>
                  <a:rPr lang="zh-CN" altLang="en-US" sz="2400"/>
                  <a:t>️</a:t>
                </a:r>
                <a:endParaRPr lang="zh-CN" altLang="en-US" sz="2400"/>
              </a:p>
            </p:txBody>
          </p:sp>
        </p:grpSp>
        <p:grpSp>
          <p:nvGrpSpPr>
            <p:cNvPr id="7" name="组合 6"/>
            <p:cNvGrpSpPr/>
            <p:nvPr/>
          </p:nvGrpSpPr>
          <p:grpSpPr>
            <a:xfrm>
              <a:off x="11157" y="6172"/>
              <a:ext cx="768" cy="724"/>
              <a:chOff x="13755" y="7922"/>
              <a:chExt cx="768" cy="724"/>
            </a:xfrm>
          </p:grpSpPr>
          <p:sp>
            <p:nvSpPr>
              <p:cNvPr id="33" name="椭圆 32"/>
              <p:cNvSpPr/>
              <p:nvPr/>
            </p:nvSpPr>
            <p:spPr>
              <a:xfrm>
                <a:off x="13986" y="8113"/>
                <a:ext cx="307" cy="307"/>
              </a:xfrm>
              <a:prstGeom prst="ellipse">
                <a:avLst/>
              </a:prstGeom>
              <a:solidFill>
                <a:schemeClr val="bg1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6" name="文本框 5"/>
              <p:cNvSpPr txBox="1"/>
              <p:nvPr/>
            </p:nvSpPr>
            <p:spPr>
              <a:xfrm>
                <a:off x="13755" y="7922"/>
                <a:ext cx="768" cy="7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zh-CN" altLang="en-US" sz="2400"/>
                  <a:t>×</a:t>
                </a:r>
                <a:r>
                  <a:rPr lang="zh-CN" altLang="en-US" sz="2400"/>
                  <a:t>️</a:t>
                </a:r>
                <a:endParaRPr lang="zh-CN" altLang="en-US" sz="2400"/>
              </a:p>
            </p:txBody>
          </p:sp>
        </p:grpSp>
      </p:grpSp>
      <p:cxnSp>
        <p:nvCxnSpPr>
          <p:cNvPr id="24" name="直接箭头连接符 23"/>
          <p:cNvCxnSpPr/>
          <p:nvPr>
            <p:custDataLst>
              <p:tags r:id="rId18"/>
            </p:custDataLst>
          </p:nvPr>
        </p:nvCxnSpPr>
        <p:spPr>
          <a:xfrm flipV="1">
            <a:off x="5180330" y="3464560"/>
            <a:ext cx="901700" cy="1329690"/>
          </a:xfrm>
          <a:prstGeom prst="straightConnector1">
            <a:avLst/>
          </a:prstGeom>
          <a:ln w="15875" cmpd="sng">
            <a:solidFill>
              <a:schemeClr val="accent4">
                <a:lumMod val="75000"/>
              </a:schemeClr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5" name="直接箭头连接符 24"/>
          <p:cNvCxnSpPr>
            <a:stCxn id="2" idx="3"/>
          </p:cNvCxnSpPr>
          <p:nvPr>
            <p:custDataLst>
              <p:tags r:id="rId19"/>
            </p:custDataLst>
          </p:nvPr>
        </p:nvCxnSpPr>
        <p:spPr>
          <a:xfrm>
            <a:off x="5207635" y="2541905"/>
            <a:ext cx="880745" cy="1166495"/>
          </a:xfrm>
          <a:prstGeom prst="straightConnector1">
            <a:avLst/>
          </a:prstGeom>
          <a:ln w="15875" cmpd="sng">
            <a:solidFill>
              <a:srgbClr val="FF8D41"/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箭头连接符 25"/>
          <p:cNvCxnSpPr>
            <a:stCxn id="15" idx="3"/>
          </p:cNvCxnSpPr>
          <p:nvPr>
            <p:custDataLst>
              <p:tags r:id="rId20"/>
            </p:custDataLst>
          </p:nvPr>
        </p:nvCxnSpPr>
        <p:spPr>
          <a:xfrm flipV="1">
            <a:off x="5201285" y="3839845"/>
            <a:ext cx="887095" cy="1316990"/>
          </a:xfrm>
          <a:prstGeom prst="straightConnector1">
            <a:avLst/>
          </a:prstGeom>
          <a:ln w="15875" cmpd="sng">
            <a:solidFill>
              <a:schemeClr val="accent4">
                <a:lumMod val="75000"/>
              </a:schemeClr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8" name="直接箭头连接符 27"/>
          <p:cNvCxnSpPr/>
          <p:nvPr>
            <p:custDataLst>
              <p:tags r:id="rId21"/>
            </p:custDataLst>
          </p:nvPr>
        </p:nvCxnSpPr>
        <p:spPr>
          <a:xfrm>
            <a:off x="5200015" y="2944495"/>
            <a:ext cx="875030" cy="1112520"/>
          </a:xfrm>
          <a:prstGeom prst="straightConnector1">
            <a:avLst/>
          </a:prstGeom>
          <a:ln w="15875" cmpd="sng">
            <a:solidFill>
              <a:srgbClr val="FF8D41"/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" name="直接箭头连接符 31"/>
          <p:cNvCxnSpPr/>
          <p:nvPr>
            <p:custDataLst>
              <p:tags r:id="rId22"/>
            </p:custDataLst>
          </p:nvPr>
        </p:nvCxnSpPr>
        <p:spPr>
          <a:xfrm flipV="1">
            <a:off x="5200015" y="4201795"/>
            <a:ext cx="901700" cy="1264285"/>
          </a:xfrm>
          <a:prstGeom prst="straightConnector1">
            <a:avLst/>
          </a:prstGeom>
          <a:ln w="15875" cmpd="sng">
            <a:solidFill>
              <a:schemeClr val="accent4">
                <a:lumMod val="75000"/>
              </a:schemeClr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4" name="圆角矩形 33"/>
          <p:cNvSpPr/>
          <p:nvPr>
            <p:custDataLst>
              <p:tags r:id="rId23"/>
            </p:custDataLst>
          </p:nvPr>
        </p:nvSpPr>
        <p:spPr>
          <a:xfrm>
            <a:off x="6834505" y="3201035"/>
            <a:ext cx="464820" cy="1151890"/>
          </a:xfrm>
          <a:prstGeom prst="roundRect">
            <a:avLst/>
          </a:prstGeom>
          <a:noFill/>
          <a:ln w="19050" cap="flat" cmpd="sng">
            <a:solidFill>
              <a:schemeClr val="accent6">
                <a:lumMod val="60000"/>
                <a:lumOff val="40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grpSp>
        <p:nvGrpSpPr>
          <p:cNvPr id="51" name="组合 50"/>
          <p:cNvGrpSpPr/>
          <p:nvPr/>
        </p:nvGrpSpPr>
        <p:grpSpPr>
          <a:xfrm>
            <a:off x="7938135" y="3046095"/>
            <a:ext cx="1327150" cy="473710"/>
            <a:chOff x="12501" y="4797"/>
            <a:chExt cx="2090" cy="746"/>
          </a:xfrm>
        </p:grpSpPr>
        <p:sp>
          <p:nvSpPr>
            <p:cNvPr id="39" name="圆角矩形 38"/>
            <p:cNvSpPr/>
            <p:nvPr>
              <p:custDataLst>
                <p:tags r:id="rId24"/>
              </p:custDataLst>
            </p:nvPr>
          </p:nvSpPr>
          <p:spPr>
            <a:xfrm>
              <a:off x="12501" y="4797"/>
              <a:ext cx="2091" cy="746"/>
            </a:xfrm>
            <a:prstGeom prst="roundRect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文本框 48"/>
                <p:cNvSpPr txBox="1"/>
                <p:nvPr/>
              </p:nvSpPr>
              <p:spPr>
                <a:xfrm>
                  <a:off x="12636" y="4880"/>
                  <a:ext cx="1847" cy="581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ℒ</m:t>
                            </m:r>
                          </m:e>
                          <m:sub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𝐷𝑎𝑡𝑎</m:t>
                            </m:r>
                          </m:sub>
                        </m:sSub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(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𝜃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)</m:t>
                        </m:r>
                      </m:oMath>
                    </m:oMathPara>
                  </a14:m>
                  <a:endParaRPr lang="en-US" altLang="zh-CN" i="1">
                    <a:solidFill>
                      <a:schemeClr val="bg1"/>
                    </a:solidFill>
                    <a:latin typeface="DejaVu Math TeX Gyre" panose="02000503000000000000" charset="0"/>
                    <a:ea typeface="宋体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49" name="文本框 4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36" y="4880"/>
                  <a:ext cx="1847" cy="581"/>
                </a:xfrm>
                <a:prstGeom prst="rect">
                  <a:avLst/>
                </a:prstGeom>
                <a:blipFill rotWithShape="1">
                  <a:blip r:embed="rId2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2" name="组合 51"/>
          <p:cNvGrpSpPr/>
          <p:nvPr/>
        </p:nvGrpSpPr>
        <p:grpSpPr>
          <a:xfrm>
            <a:off x="7898765" y="4026535"/>
            <a:ext cx="1383030" cy="473710"/>
            <a:chOff x="12416" y="6047"/>
            <a:chExt cx="2178" cy="746"/>
          </a:xfrm>
        </p:grpSpPr>
        <p:sp>
          <p:nvSpPr>
            <p:cNvPr id="45" name="圆角矩形 44"/>
            <p:cNvSpPr/>
            <p:nvPr>
              <p:custDataLst>
                <p:tags r:id="rId26"/>
              </p:custDataLst>
            </p:nvPr>
          </p:nvSpPr>
          <p:spPr>
            <a:xfrm>
              <a:off x="12504" y="6047"/>
              <a:ext cx="2091" cy="746"/>
            </a:xfrm>
            <a:prstGeom prst="roundRect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文本框 49"/>
                <p:cNvSpPr txBox="1"/>
                <p:nvPr/>
              </p:nvSpPr>
              <p:spPr>
                <a:xfrm>
                  <a:off x="12416" y="6119"/>
                  <a:ext cx="2117" cy="601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ℒ</m:t>
                            </m:r>
                          </m:e>
                          <m:sub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𝑃ℎ𝑦𝑠𝑖𝑐𝑠</m:t>
                            </m:r>
                          </m:sub>
                        </m:sSub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(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𝜃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)</m:t>
                        </m:r>
                      </m:oMath>
                    </m:oMathPara>
                  </a14:m>
                  <a:endParaRPr lang="en-US" altLang="zh-CN" i="1">
                    <a:solidFill>
                      <a:schemeClr val="bg1"/>
                    </a:solidFill>
                    <a:latin typeface="DejaVu Math TeX Gyre" panose="02000503000000000000" charset="0"/>
                    <a:ea typeface="宋体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50" name="文本框 4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16" y="6119"/>
                  <a:ext cx="2117" cy="601"/>
                </a:xfrm>
                <a:prstGeom prst="rect">
                  <a:avLst/>
                </a:prstGeom>
                <a:blipFill rotWithShape="1">
                  <a:blip r:embed="rId27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3" name="圆角矩形 52"/>
          <p:cNvSpPr/>
          <p:nvPr>
            <p:custDataLst>
              <p:tags r:id="rId28"/>
            </p:custDataLst>
          </p:nvPr>
        </p:nvSpPr>
        <p:spPr>
          <a:xfrm>
            <a:off x="7752080" y="1207770"/>
            <a:ext cx="1667510" cy="465201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7901940" y="1207770"/>
            <a:ext cx="1328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Loss</a:t>
            </a:r>
            <a:endParaRPr lang="en-US" altLang="zh-CN"/>
          </a:p>
        </p:txBody>
      </p:sp>
      <p:sp>
        <p:nvSpPr>
          <p:cNvPr id="55" name="文本框 54"/>
          <p:cNvSpPr txBox="1"/>
          <p:nvPr/>
        </p:nvSpPr>
        <p:spPr>
          <a:xfrm>
            <a:off x="8030210" y="186690"/>
            <a:ext cx="20116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/>
              <a:t>多维输出算子</a:t>
            </a:r>
            <a:r>
              <a:rPr lang="zh-CN" altLang="en-US"/>
              <a:t>网络</a:t>
            </a:r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60295" y="1741805"/>
            <a:ext cx="3625850" cy="2611120"/>
          </a:xfrm>
          <a:prstGeom prst="rect">
            <a:avLst/>
          </a:prstGeom>
        </p:spPr>
      </p:pic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17" name="圆角矩形 16"/>
          <p:cNvSpPr/>
          <p:nvPr/>
        </p:nvSpPr>
        <p:spPr>
          <a:xfrm>
            <a:off x="222250" y="2468245"/>
            <a:ext cx="1289685" cy="4229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Parameter</a:t>
            </a:r>
            <a:endParaRPr lang="en-US" altLang="zh-CN"/>
          </a:p>
        </p:txBody>
      </p:sp>
      <p:sp>
        <p:nvSpPr>
          <p:cNvPr id="19" name="圆角矩形 18"/>
          <p:cNvSpPr/>
          <p:nvPr>
            <p:custDataLst>
              <p:tags r:id="rId2"/>
            </p:custDataLst>
          </p:nvPr>
        </p:nvSpPr>
        <p:spPr>
          <a:xfrm>
            <a:off x="2247265" y="2159635"/>
            <a:ext cx="464820" cy="1027430"/>
          </a:xfrm>
          <a:prstGeom prst="roundRect">
            <a:avLst/>
          </a:prstGeom>
          <a:noFill/>
          <a:ln w="19050" cap="flat" cmpd="sng">
            <a:solidFill>
              <a:srgbClr val="FF000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1" name="圆角矩形 20"/>
          <p:cNvSpPr/>
          <p:nvPr>
            <p:custDataLst>
              <p:tags r:id="rId3"/>
            </p:custDataLst>
          </p:nvPr>
        </p:nvSpPr>
        <p:spPr>
          <a:xfrm>
            <a:off x="2247265" y="3244215"/>
            <a:ext cx="464820" cy="685165"/>
          </a:xfrm>
          <a:prstGeom prst="roundRect">
            <a:avLst/>
          </a:prstGeom>
          <a:noFill/>
          <a:ln w="19050" cap="flat" cmpd="sng">
            <a:solidFill>
              <a:srgbClr val="FF000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3" name="圆角矩形 22"/>
          <p:cNvSpPr/>
          <p:nvPr>
            <p:custDataLst>
              <p:tags r:id="rId4"/>
            </p:custDataLst>
          </p:nvPr>
        </p:nvSpPr>
        <p:spPr>
          <a:xfrm>
            <a:off x="184150" y="3354705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Point</a:t>
            </a:r>
            <a:endParaRPr lang="en-US" altLang="zh-CN"/>
          </a:p>
        </p:txBody>
      </p:sp>
      <p:cxnSp>
        <p:nvCxnSpPr>
          <p:cNvPr id="27" name="直接箭头连接符 26"/>
          <p:cNvCxnSpPr>
            <a:stCxn id="17" idx="3"/>
            <a:endCxn id="19" idx="1"/>
          </p:cNvCxnSpPr>
          <p:nvPr>
            <p:custDataLst>
              <p:tags r:id="rId5"/>
            </p:custDataLst>
          </p:nvPr>
        </p:nvCxnSpPr>
        <p:spPr>
          <a:xfrm flipV="1">
            <a:off x="1511935" y="2673350"/>
            <a:ext cx="735330" cy="635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>
            <a:stCxn id="23" idx="3"/>
            <a:endCxn id="21" idx="1"/>
          </p:cNvCxnSpPr>
          <p:nvPr>
            <p:custDataLst>
              <p:tags r:id="rId6"/>
            </p:custDataLst>
          </p:nvPr>
        </p:nvCxnSpPr>
        <p:spPr>
          <a:xfrm flipV="1">
            <a:off x="1511935" y="3587115"/>
            <a:ext cx="735330" cy="4445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>
            <a:stCxn id="34" idx="3"/>
          </p:cNvCxnSpPr>
          <p:nvPr>
            <p:custDataLst>
              <p:tags r:id="rId7"/>
            </p:custDataLst>
          </p:nvPr>
        </p:nvCxnSpPr>
        <p:spPr>
          <a:xfrm>
            <a:off x="6148705" y="3067050"/>
            <a:ext cx="599440" cy="48641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0" name="直接箭头连接符 39"/>
          <p:cNvCxnSpPr>
            <a:stCxn id="34" idx="3"/>
          </p:cNvCxnSpPr>
          <p:nvPr>
            <p:custDataLst>
              <p:tags r:id="rId8"/>
            </p:custDataLst>
          </p:nvPr>
        </p:nvCxnSpPr>
        <p:spPr>
          <a:xfrm flipV="1">
            <a:off x="6148705" y="2573020"/>
            <a:ext cx="638810" cy="49403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圆角矩形 40"/>
          <p:cNvSpPr/>
          <p:nvPr>
            <p:custDataLst>
              <p:tags r:id="rId9"/>
            </p:custDataLst>
          </p:nvPr>
        </p:nvSpPr>
        <p:spPr>
          <a:xfrm>
            <a:off x="1848485" y="1207770"/>
            <a:ext cx="4490720" cy="3359785"/>
          </a:xfrm>
          <a:prstGeom prst="roundRect">
            <a:avLst/>
          </a:prstGeom>
          <a:noFill/>
          <a:ln w="19050" cap="flat" cmpd="sng">
            <a:solidFill>
              <a:srgbClr val="00B0F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146425" y="120713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DNN</a:t>
            </a:r>
            <a:endParaRPr lang="en-US" altLang="zh-CN"/>
          </a:p>
        </p:txBody>
      </p:sp>
      <p:sp>
        <p:nvSpPr>
          <p:cNvPr id="34" name="圆角矩形 33"/>
          <p:cNvSpPr/>
          <p:nvPr>
            <p:custDataLst>
              <p:tags r:id="rId10"/>
            </p:custDataLst>
          </p:nvPr>
        </p:nvSpPr>
        <p:spPr>
          <a:xfrm>
            <a:off x="5683885" y="2654300"/>
            <a:ext cx="464820" cy="825500"/>
          </a:xfrm>
          <a:prstGeom prst="roundRect">
            <a:avLst/>
          </a:prstGeom>
          <a:noFill/>
          <a:ln w="19050" cap="flat" cmpd="sng">
            <a:solidFill>
              <a:schemeClr val="accent5">
                <a:lumMod val="75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grpSp>
        <p:nvGrpSpPr>
          <p:cNvPr id="51" name="组合 50"/>
          <p:cNvGrpSpPr/>
          <p:nvPr/>
        </p:nvGrpSpPr>
        <p:grpSpPr>
          <a:xfrm>
            <a:off x="6787515" y="2499360"/>
            <a:ext cx="1327150" cy="473710"/>
            <a:chOff x="12501" y="4797"/>
            <a:chExt cx="2090" cy="746"/>
          </a:xfrm>
        </p:grpSpPr>
        <p:sp>
          <p:nvSpPr>
            <p:cNvPr id="39" name="圆角矩形 38"/>
            <p:cNvSpPr/>
            <p:nvPr>
              <p:custDataLst>
                <p:tags r:id="rId11"/>
              </p:custDataLst>
            </p:nvPr>
          </p:nvSpPr>
          <p:spPr>
            <a:xfrm>
              <a:off x="12501" y="4797"/>
              <a:ext cx="2091" cy="746"/>
            </a:xfrm>
            <a:prstGeom prst="roundRect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文本框 48"/>
                <p:cNvSpPr txBox="1"/>
                <p:nvPr/>
              </p:nvSpPr>
              <p:spPr>
                <a:xfrm>
                  <a:off x="12636" y="4880"/>
                  <a:ext cx="1847" cy="581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ℒ</m:t>
                            </m:r>
                          </m:e>
                          <m:sub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𝐷𝑎𝑡𝑎</m:t>
                            </m:r>
                          </m:sub>
                        </m:sSub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(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𝜃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)</m:t>
                        </m:r>
                      </m:oMath>
                    </m:oMathPara>
                  </a14:m>
                  <a:endParaRPr lang="en-US" altLang="zh-CN" i="1">
                    <a:solidFill>
                      <a:schemeClr val="bg1"/>
                    </a:solidFill>
                    <a:latin typeface="DejaVu Math TeX Gyre" panose="02000503000000000000" charset="0"/>
                    <a:ea typeface="宋体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49" name="文本框 4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36" y="4880"/>
                  <a:ext cx="1847" cy="581"/>
                </a:xfrm>
                <a:prstGeom prst="rect">
                  <a:avLst/>
                </a:prstGeom>
                <a:blipFill rotWithShape="1">
                  <a:blip r:embed="rId1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2" name="组合 51"/>
          <p:cNvGrpSpPr/>
          <p:nvPr/>
        </p:nvGrpSpPr>
        <p:grpSpPr>
          <a:xfrm>
            <a:off x="6729095" y="3416300"/>
            <a:ext cx="1383030" cy="473710"/>
            <a:chOff x="12416" y="6047"/>
            <a:chExt cx="2178" cy="746"/>
          </a:xfrm>
        </p:grpSpPr>
        <p:sp>
          <p:nvSpPr>
            <p:cNvPr id="45" name="圆角矩形 44"/>
            <p:cNvSpPr/>
            <p:nvPr>
              <p:custDataLst>
                <p:tags r:id="rId13"/>
              </p:custDataLst>
            </p:nvPr>
          </p:nvSpPr>
          <p:spPr>
            <a:xfrm>
              <a:off x="12504" y="6047"/>
              <a:ext cx="2091" cy="746"/>
            </a:xfrm>
            <a:prstGeom prst="roundRect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文本框 49"/>
                <p:cNvSpPr txBox="1"/>
                <p:nvPr/>
              </p:nvSpPr>
              <p:spPr>
                <a:xfrm>
                  <a:off x="12416" y="6119"/>
                  <a:ext cx="2117" cy="601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ℒ</m:t>
                            </m:r>
                          </m:e>
                          <m:sub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𝑃ℎ𝑦𝑠𝑖𝑐𝑠</m:t>
                            </m:r>
                          </m:sub>
                        </m:sSub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(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𝜃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)</m:t>
                        </m:r>
                      </m:oMath>
                    </m:oMathPara>
                  </a14:m>
                  <a:endParaRPr lang="en-US" altLang="zh-CN" i="1">
                    <a:solidFill>
                      <a:schemeClr val="bg1"/>
                    </a:solidFill>
                    <a:latin typeface="DejaVu Math TeX Gyre" panose="02000503000000000000" charset="0"/>
                    <a:ea typeface="宋体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50" name="文本框 4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16" y="6119"/>
                  <a:ext cx="2117" cy="601"/>
                </a:xfrm>
                <a:prstGeom prst="rect">
                  <a:avLst/>
                </a:prstGeom>
                <a:blipFill rotWithShape="1">
                  <a:blip r:embed="rId1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3" name="圆角矩形 52"/>
          <p:cNvSpPr/>
          <p:nvPr>
            <p:custDataLst>
              <p:tags r:id="rId15"/>
            </p:custDataLst>
          </p:nvPr>
        </p:nvSpPr>
        <p:spPr>
          <a:xfrm>
            <a:off x="6601460" y="1207135"/>
            <a:ext cx="1667510" cy="335978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6751320" y="1207135"/>
            <a:ext cx="1328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Loss</a:t>
            </a:r>
            <a:endParaRPr lang="en-US" altLang="zh-CN"/>
          </a:p>
        </p:txBody>
      </p:sp>
      <p:sp>
        <p:nvSpPr>
          <p:cNvPr id="55" name="文本框 54"/>
          <p:cNvSpPr txBox="1"/>
          <p:nvPr/>
        </p:nvSpPr>
        <p:spPr>
          <a:xfrm>
            <a:off x="8030210" y="186690"/>
            <a:ext cx="17830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/>
              <a:t>一体式算子</a:t>
            </a:r>
            <a:r>
              <a:rPr lang="zh-CN" altLang="en-US"/>
              <a:t>网络</a:t>
            </a:r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2"/>
          <p:cNvSpPr/>
          <p:nvPr/>
        </p:nvSpPr>
        <p:spPr>
          <a:xfrm>
            <a:off x="1601470" y="1144270"/>
            <a:ext cx="6015990" cy="33286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4325620" y="23812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SoV</a:t>
            </a:r>
            <a:endParaRPr lang="en-US" altLang="zh-CN"/>
          </a:p>
        </p:txBody>
      </p:sp>
      <p:pic>
        <p:nvPicPr>
          <p:cNvPr id="58" name="图片 57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800860" y="2580005"/>
            <a:ext cx="5684520" cy="157289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9" name="文本框 58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3447987" y="2695194"/>
                <a:ext cx="497205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59" name="文本框 58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447987" y="2695194"/>
                <a:ext cx="497205" cy="368300"/>
              </a:xfrm>
              <a:prstGeom prst="rect">
                <a:avLst/>
              </a:prstGeom>
              <a:blipFill rotWithShape="1">
                <a:blip r:embed="rId5"/>
                <a:stretch>
                  <a:fillRect l="-115" t="-69" r="115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文本框 59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3447987" y="3676269"/>
                <a:ext cx="515620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0" name="文本框 59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3447987" y="3676269"/>
                <a:ext cx="515620" cy="368935"/>
              </a:xfrm>
              <a:prstGeom prst="rect">
                <a:avLst/>
              </a:prstGeom>
              <a:blipFill rotWithShape="1">
                <a:blip r:embed="rId8"/>
                <a:stretch>
                  <a:fillRect l="-111" t="-69" r="111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文本框 60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3447987" y="3063494"/>
                <a:ext cx="515620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1" name="文本框 60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3447987" y="3063494"/>
                <a:ext cx="515620" cy="368300"/>
              </a:xfrm>
              <a:prstGeom prst="rect">
                <a:avLst/>
              </a:prstGeom>
              <a:blipFill rotWithShape="1">
                <a:blip r:embed="rId11"/>
                <a:stretch>
                  <a:fillRect l="-111" t="-69" r="111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文本框 61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5478717" y="2695194"/>
                <a:ext cx="481330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2" name="文本框 61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5478717" y="2695194"/>
                <a:ext cx="481330" cy="368300"/>
              </a:xfrm>
              <a:prstGeom prst="rect">
                <a:avLst/>
              </a:prstGeom>
              <a:blipFill rotWithShape="1">
                <a:blip r:embed="rId14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文本框 62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5478082" y="3676269"/>
                <a:ext cx="4819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3" name="文本框 62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6"/>
                </p:custDataLst>
              </p:nvPr>
            </p:nvSpPr>
            <p:spPr>
              <a:xfrm>
                <a:off x="5478082" y="3676269"/>
                <a:ext cx="481965" cy="368935"/>
              </a:xfrm>
              <a:prstGeom prst="rect">
                <a:avLst/>
              </a:prstGeom>
              <a:blipFill rotWithShape="1">
                <a:blip r:embed="rId17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文本框 63"/>
              <p:cNvSpPr txBox="1"/>
              <p:nvPr>
                <p:custDataLst>
                  <p:tags r:id="rId18"/>
                </p:custDataLst>
              </p:nvPr>
            </p:nvSpPr>
            <p:spPr>
              <a:xfrm>
                <a:off x="5478082" y="3063494"/>
                <a:ext cx="481965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4" name="文本框 63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9"/>
                </p:custDataLst>
              </p:nvPr>
            </p:nvSpPr>
            <p:spPr>
              <a:xfrm>
                <a:off x="5478082" y="3063494"/>
                <a:ext cx="481965" cy="368300"/>
              </a:xfrm>
              <a:prstGeom prst="rect">
                <a:avLst/>
              </a:prstGeom>
              <a:blipFill rotWithShape="1">
                <a:blip r:embed="rId20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圆角矩形 64"/>
          <p:cNvSpPr/>
          <p:nvPr>
            <p:custDataLst>
              <p:tags r:id="rId21"/>
            </p:custDataLst>
          </p:nvPr>
        </p:nvSpPr>
        <p:spPr>
          <a:xfrm>
            <a:off x="3448050" y="2694940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66" name="圆角矩形 65"/>
          <p:cNvSpPr/>
          <p:nvPr>
            <p:custDataLst>
              <p:tags r:id="rId22"/>
            </p:custDataLst>
          </p:nvPr>
        </p:nvSpPr>
        <p:spPr>
          <a:xfrm>
            <a:off x="5478145" y="2694940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FF8D4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67" name="下箭头 66"/>
          <p:cNvSpPr/>
          <p:nvPr>
            <p:custDataLst>
              <p:tags r:id="rId23"/>
            </p:custDataLst>
          </p:nvPr>
        </p:nvSpPr>
        <p:spPr>
          <a:xfrm>
            <a:off x="3333750" y="2352040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8" name="下箭头 67"/>
          <p:cNvSpPr/>
          <p:nvPr>
            <p:custDataLst>
              <p:tags r:id="rId24"/>
            </p:custDataLst>
          </p:nvPr>
        </p:nvSpPr>
        <p:spPr>
          <a:xfrm>
            <a:off x="5363845" y="2352040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9" name="文本框 68"/>
          <p:cNvSpPr txBox="1"/>
          <p:nvPr>
            <p:custDataLst>
              <p:tags r:id="rId25"/>
            </p:custDataLst>
          </p:nvPr>
        </p:nvSpPr>
        <p:spPr>
          <a:xfrm>
            <a:off x="3131185" y="1868805"/>
            <a:ext cx="10972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>
                <a:latin typeface="楷体" charset="0"/>
                <a:ea typeface="楷体" charset="0"/>
              </a:rPr>
              <a:t>固定参数</a:t>
            </a:r>
            <a:endParaRPr lang="zh-CN" altLang="en-US">
              <a:latin typeface="楷体" charset="0"/>
              <a:ea typeface="楷体" charset="0"/>
            </a:endParaRPr>
          </a:p>
        </p:txBody>
      </p:sp>
      <p:sp>
        <p:nvSpPr>
          <p:cNvPr id="70" name="文本框 69"/>
          <p:cNvSpPr txBox="1"/>
          <p:nvPr>
            <p:custDataLst>
              <p:tags r:id="rId26"/>
            </p:custDataLst>
          </p:nvPr>
        </p:nvSpPr>
        <p:spPr>
          <a:xfrm>
            <a:off x="5056505" y="1868805"/>
            <a:ext cx="1325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>
                <a:latin typeface="楷体" charset="0"/>
                <a:ea typeface="楷体" charset="0"/>
              </a:rPr>
              <a:t>待训练参数</a:t>
            </a:r>
            <a:endParaRPr lang="zh-CN" altLang="en-US">
              <a:latin typeface="楷体" charset="0"/>
              <a:ea typeface="楷体" charset="0"/>
            </a:endParaRPr>
          </a:p>
        </p:txBody>
      </p:sp>
      <p:sp>
        <p:nvSpPr>
          <p:cNvPr id="71" name="文本框 70"/>
          <p:cNvSpPr txBox="1"/>
          <p:nvPr>
            <p:custDataLst>
              <p:tags r:id="rId27"/>
            </p:custDataLst>
          </p:nvPr>
        </p:nvSpPr>
        <p:spPr>
          <a:xfrm>
            <a:off x="3945255" y="1157605"/>
            <a:ext cx="1328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4">
                    <a:lumMod val="75000"/>
                  </a:schemeClr>
                </a:solidFill>
              </a:rPr>
              <a:t>Local Net</a:t>
            </a:r>
            <a:endParaRPr lang="en-US" altLang="zh-CN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2" name="圆角矩形 71"/>
          <p:cNvSpPr/>
          <p:nvPr>
            <p:custDataLst>
              <p:tags r:id="rId28"/>
            </p:custDataLst>
          </p:nvPr>
        </p:nvSpPr>
        <p:spPr>
          <a:xfrm>
            <a:off x="8073390" y="1144270"/>
            <a:ext cx="766445" cy="33286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73" name="文本框 72"/>
          <p:cNvSpPr txBox="1"/>
          <p:nvPr>
            <p:custDataLst>
              <p:tags r:id="rId29"/>
            </p:custDataLst>
          </p:nvPr>
        </p:nvSpPr>
        <p:spPr>
          <a:xfrm>
            <a:off x="8147050" y="1157605"/>
            <a:ext cx="6927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5">
                    <a:lumMod val="75000"/>
                  </a:schemeClr>
                </a:solidFill>
              </a:rPr>
              <a:t>PoU</a:t>
            </a:r>
            <a:endParaRPr lang="en-US" altLang="zh-CN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79" name="组合 78"/>
          <p:cNvGrpSpPr/>
          <p:nvPr/>
        </p:nvGrpSpPr>
        <p:grpSpPr>
          <a:xfrm>
            <a:off x="8261985" y="3150870"/>
            <a:ext cx="389255" cy="431165"/>
            <a:chOff x="16141" y="3523"/>
            <a:chExt cx="613" cy="679"/>
          </a:xfrm>
        </p:grpSpPr>
        <p:sp>
          <p:nvSpPr>
            <p:cNvPr id="76" name="椭圆 75"/>
            <p:cNvSpPr/>
            <p:nvPr>
              <p:custDataLst>
                <p:tags r:id="rId30"/>
              </p:custDataLst>
            </p:nvPr>
          </p:nvSpPr>
          <p:spPr>
            <a:xfrm>
              <a:off x="16142" y="3523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77" name="文本框 76"/>
            <p:cNvSpPr txBox="1"/>
            <p:nvPr>
              <p:custDataLst>
                <p:tags r:id="rId31"/>
              </p:custDataLst>
            </p:nvPr>
          </p:nvSpPr>
          <p:spPr>
            <a:xfrm>
              <a:off x="16141" y="3574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2000">
                  <a:solidFill>
                    <a:srgbClr val="FF0000"/>
                  </a:solidFill>
                  <a:latin typeface="Arial" panose="020B0604020202090204" pitchFamily="34" charset="0"/>
                  <a:cs typeface="Arial" panose="020B0604020202090204" pitchFamily="34" charset="0"/>
                  <a:sym typeface="+mn-ea"/>
                </a:rPr>
                <a:t>Ψ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  <p:cxnSp>
        <p:nvCxnSpPr>
          <p:cNvPr id="80" name="直接箭头连接符 79"/>
          <p:cNvCxnSpPr>
            <a:endCxn id="77" idx="1"/>
          </p:cNvCxnSpPr>
          <p:nvPr>
            <p:custDataLst>
              <p:tags r:id="rId32"/>
            </p:custDataLst>
          </p:nvPr>
        </p:nvCxnSpPr>
        <p:spPr>
          <a:xfrm>
            <a:off x="7244715" y="3382645"/>
            <a:ext cx="1017270" cy="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2"/>
          <p:cNvSpPr/>
          <p:nvPr/>
        </p:nvSpPr>
        <p:spPr>
          <a:xfrm>
            <a:off x="1601470" y="1144270"/>
            <a:ext cx="6015990" cy="33286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pic>
        <p:nvPicPr>
          <p:cNvPr id="58" name="图片 57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800860" y="2580005"/>
            <a:ext cx="5684520" cy="157289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9" name="文本框 58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3481007" y="2695194"/>
                <a:ext cx="46418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59" name="文本框 58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481007" y="2695194"/>
                <a:ext cx="464185" cy="368935"/>
              </a:xfrm>
              <a:prstGeom prst="rect">
                <a:avLst/>
              </a:prstGeom>
              <a:blipFill rotWithShape="1">
                <a:blip r:embed="rId5"/>
                <a:stretch>
                  <a:fillRect l="-123" t="-69" r="-6854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文本框 59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3489897" y="3676269"/>
                <a:ext cx="473710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0" name="文本框 59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3489897" y="3676269"/>
                <a:ext cx="473710" cy="368935"/>
              </a:xfrm>
              <a:prstGeom prst="rect">
                <a:avLst/>
              </a:prstGeom>
              <a:blipFill rotWithShape="1">
                <a:blip r:embed="rId8"/>
                <a:stretch>
                  <a:fillRect l="-121" t="-69" r="-4705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文本框 60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3489897" y="3063494"/>
                <a:ext cx="473710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1" name="文本框 60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3489897" y="3063494"/>
                <a:ext cx="473710" cy="368935"/>
              </a:xfrm>
              <a:prstGeom prst="rect">
                <a:avLst/>
              </a:prstGeom>
              <a:blipFill rotWithShape="1">
                <a:blip r:embed="rId11"/>
                <a:stretch>
                  <a:fillRect l="-121" t="-69" r="-4705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文本框 61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5503482" y="2695194"/>
                <a:ext cx="4565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2" name="文本框 61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5503482" y="2695194"/>
                <a:ext cx="456565" cy="368935"/>
              </a:xfrm>
              <a:prstGeom prst="rect">
                <a:avLst/>
              </a:prstGeom>
              <a:blipFill rotWithShape="1">
                <a:blip r:embed="rId14"/>
                <a:stretch>
                  <a:fillRect l="-125" t="-69" r="-8498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文本框 62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5503482" y="3676269"/>
                <a:ext cx="4565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3" name="文本框 62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6"/>
                </p:custDataLst>
              </p:nvPr>
            </p:nvSpPr>
            <p:spPr>
              <a:xfrm>
                <a:off x="5503482" y="3676269"/>
                <a:ext cx="456565" cy="368935"/>
              </a:xfrm>
              <a:prstGeom prst="rect">
                <a:avLst/>
              </a:prstGeom>
              <a:blipFill rotWithShape="1">
                <a:blip r:embed="rId17"/>
                <a:stretch>
                  <a:fillRect l="-125" t="-69" r="-8498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文本框 63"/>
              <p:cNvSpPr txBox="1"/>
              <p:nvPr>
                <p:custDataLst>
                  <p:tags r:id="rId18"/>
                </p:custDataLst>
              </p:nvPr>
            </p:nvSpPr>
            <p:spPr>
              <a:xfrm>
                <a:off x="5503482" y="3063494"/>
                <a:ext cx="4565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4" name="文本框 63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9"/>
                </p:custDataLst>
              </p:nvPr>
            </p:nvSpPr>
            <p:spPr>
              <a:xfrm>
                <a:off x="5503482" y="3063494"/>
                <a:ext cx="456565" cy="368935"/>
              </a:xfrm>
              <a:prstGeom prst="rect">
                <a:avLst/>
              </a:prstGeom>
              <a:blipFill rotWithShape="1">
                <a:blip r:embed="rId20"/>
                <a:stretch>
                  <a:fillRect l="-125" t="-69" r="-8498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圆角矩形 64"/>
          <p:cNvSpPr/>
          <p:nvPr>
            <p:custDataLst>
              <p:tags r:id="rId21"/>
            </p:custDataLst>
          </p:nvPr>
        </p:nvSpPr>
        <p:spPr>
          <a:xfrm>
            <a:off x="3448050" y="2694940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66" name="圆角矩形 65"/>
          <p:cNvSpPr/>
          <p:nvPr>
            <p:custDataLst>
              <p:tags r:id="rId22"/>
            </p:custDataLst>
          </p:nvPr>
        </p:nvSpPr>
        <p:spPr>
          <a:xfrm>
            <a:off x="5478145" y="2694940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FF8D4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67" name="下箭头 66"/>
          <p:cNvSpPr/>
          <p:nvPr>
            <p:custDataLst>
              <p:tags r:id="rId23"/>
            </p:custDataLst>
          </p:nvPr>
        </p:nvSpPr>
        <p:spPr>
          <a:xfrm>
            <a:off x="3333750" y="2352040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8" name="下箭头 67"/>
          <p:cNvSpPr/>
          <p:nvPr>
            <p:custDataLst>
              <p:tags r:id="rId24"/>
            </p:custDataLst>
          </p:nvPr>
        </p:nvSpPr>
        <p:spPr>
          <a:xfrm>
            <a:off x="5363845" y="2352040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9" name="文本框 68"/>
          <p:cNvSpPr txBox="1"/>
          <p:nvPr>
            <p:custDataLst>
              <p:tags r:id="rId25"/>
            </p:custDataLst>
          </p:nvPr>
        </p:nvSpPr>
        <p:spPr>
          <a:xfrm>
            <a:off x="3312160" y="1868805"/>
            <a:ext cx="72771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zh-CN">
                <a:latin typeface="楷体" charset="0"/>
                <a:ea typeface="楷体" charset="0"/>
              </a:rPr>
              <a:t>Fixed</a:t>
            </a:r>
            <a:endParaRPr lang="en-US" altLang="zh-CN">
              <a:latin typeface="楷体" charset="0"/>
              <a:ea typeface="楷体" charset="0"/>
            </a:endParaRPr>
          </a:p>
        </p:txBody>
      </p:sp>
      <p:sp>
        <p:nvSpPr>
          <p:cNvPr id="70" name="文本框 69"/>
          <p:cNvSpPr txBox="1"/>
          <p:nvPr>
            <p:custDataLst>
              <p:tags r:id="rId26"/>
            </p:custDataLst>
          </p:nvPr>
        </p:nvSpPr>
        <p:spPr>
          <a:xfrm>
            <a:off x="5092700" y="1868805"/>
            <a:ext cx="111506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zh-CN">
                <a:latin typeface="楷体" charset="0"/>
                <a:ea typeface="楷体" charset="0"/>
              </a:rPr>
              <a:t>Trainable</a:t>
            </a:r>
            <a:endParaRPr lang="en-US" altLang="zh-CN">
              <a:latin typeface="楷体" charset="0"/>
              <a:ea typeface="楷体" charset="0"/>
            </a:endParaRPr>
          </a:p>
        </p:txBody>
      </p:sp>
      <p:sp>
        <p:nvSpPr>
          <p:cNvPr id="71" name="文本框 70"/>
          <p:cNvSpPr txBox="1"/>
          <p:nvPr>
            <p:custDataLst>
              <p:tags r:id="rId27"/>
            </p:custDataLst>
          </p:nvPr>
        </p:nvSpPr>
        <p:spPr>
          <a:xfrm>
            <a:off x="3945255" y="1157605"/>
            <a:ext cx="1328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4">
                    <a:lumMod val="75000"/>
                  </a:schemeClr>
                </a:solidFill>
              </a:rPr>
              <a:t>Local Net</a:t>
            </a:r>
            <a:endParaRPr lang="en-US" altLang="zh-CN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2" name="圆角矩形 71"/>
          <p:cNvSpPr/>
          <p:nvPr>
            <p:custDataLst>
              <p:tags r:id="rId28"/>
            </p:custDataLst>
          </p:nvPr>
        </p:nvSpPr>
        <p:spPr>
          <a:xfrm>
            <a:off x="8073390" y="1144270"/>
            <a:ext cx="766445" cy="33286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73" name="文本框 72"/>
          <p:cNvSpPr txBox="1"/>
          <p:nvPr>
            <p:custDataLst>
              <p:tags r:id="rId29"/>
            </p:custDataLst>
          </p:nvPr>
        </p:nvSpPr>
        <p:spPr>
          <a:xfrm>
            <a:off x="8147050" y="1157605"/>
            <a:ext cx="6927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5">
                    <a:lumMod val="75000"/>
                  </a:schemeClr>
                </a:solidFill>
              </a:rPr>
              <a:t>PoU</a:t>
            </a:r>
            <a:endParaRPr lang="en-US" altLang="zh-CN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79" name="组合 78"/>
          <p:cNvGrpSpPr/>
          <p:nvPr/>
        </p:nvGrpSpPr>
        <p:grpSpPr>
          <a:xfrm>
            <a:off x="8261985" y="3150870"/>
            <a:ext cx="389255" cy="431165"/>
            <a:chOff x="16141" y="3523"/>
            <a:chExt cx="613" cy="679"/>
          </a:xfrm>
        </p:grpSpPr>
        <p:sp>
          <p:nvSpPr>
            <p:cNvPr id="76" name="椭圆 75"/>
            <p:cNvSpPr/>
            <p:nvPr>
              <p:custDataLst>
                <p:tags r:id="rId30"/>
              </p:custDataLst>
            </p:nvPr>
          </p:nvSpPr>
          <p:spPr>
            <a:xfrm>
              <a:off x="16142" y="3523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77" name="文本框 76"/>
            <p:cNvSpPr txBox="1"/>
            <p:nvPr>
              <p:custDataLst>
                <p:tags r:id="rId31"/>
              </p:custDataLst>
            </p:nvPr>
          </p:nvSpPr>
          <p:spPr>
            <a:xfrm>
              <a:off x="16141" y="3574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2000">
                  <a:solidFill>
                    <a:srgbClr val="FF0000"/>
                  </a:solidFill>
                  <a:latin typeface="Arial" panose="020B0604020202090204" pitchFamily="34" charset="0"/>
                  <a:cs typeface="Arial" panose="020B0604020202090204" pitchFamily="34" charset="0"/>
                  <a:sym typeface="+mn-ea"/>
                </a:rPr>
                <a:t>Ψ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  <p:cxnSp>
        <p:nvCxnSpPr>
          <p:cNvPr id="80" name="直接箭头连接符 79"/>
          <p:cNvCxnSpPr>
            <a:endCxn id="77" idx="1"/>
          </p:cNvCxnSpPr>
          <p:nvPr>
            <p:custDataLst>
              <p:tags r:id="rId32"/>
            </p:custDataLst>
          </p:nvPr>
        </p:nvCxnSpPr>
        <p:spPr>
          <a:xfrm>
            <a:off x="7244715" y="3382645"/>
            <a:ext cx="1017270" cy="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2"/>
          <p:cNvSpPr/>
          <p:nvPr/>
        </p:nvSpPr>
        <p:spPr>
          <a:xfrm>
            <a:off x="2658745" y="983615"/>
            <a:ext cx="5763895" cy="314642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pic>
        <p:nvPicPr>
          <p:cNvPr id="58" name="图片 57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703195" y="2237105"/>
            <a:ext cx="5684520" cy="157289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9" name="文本框 58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4383342" y="2352294"/>
                <a:ext cx="46418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59" name="文本框 58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4383342" y="2352294"/>
                <a:ext cx="464185" cy="368935"/>
              </a:xfrm>
              <a:prstGeom prst="rect">
                <a:avLst/>
              </a:prstGeom>
              <a:blipFill rotWithShape="1">
                <a:blip r:embed="rId5"/>
                <a:stretch>
                  <a:fillRect l="-123" t="-69" r="-6854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文本框 59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4392232" y="3333369"/>
                <a:ext cx="473710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0" name="文本框 59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4392232" y="3333369"/>
                <a:ext cx="473710" cy="368935"/>
              </a:xfrm>
              <a:prstGeom prst="rect">
                <a:avLst/>
              </a:prstGeom>
              <a:blipFill rotWithShape="1">
                <a:blip r:embed="rId8"/>
                <a:stretch>
                  <a:fillRect l="-121" t="-69" r="-4705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文本框 60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4392232" y="2720594"/>
                <a:ext cx="473710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1" name="文本框 60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4392232" y="2720594"/>
                <a:ext cx="473710" cy="368935"/>
              </a:xfrm>
              <a:prstGeom prst="rect">
                <a:avLst/>
              </a:prstGeom>
              <a:blipFill rotWithShape="1">
                <a:blip r:embed="rId11"/>
                <a:stretch>
                  <a:fillRect l="-121" t="-69" r="-4705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文本框 61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6405817" y="2352294"/>
                <a:ext cx="4565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2" name="文本框 61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6405817" y="2352294"/>
                <a:ext cx="456565" cy="368935"/>
              </a:xfrm>
              <a:prstGeom prst="rect">
                <a:avLst/>
              </a:prstGeom>
              <a:blipFill rotWithShape="1">
                <a:blip r:embed="rId14"/>
                <a:stretch>
                  <a:fillRect l="-125" t="-69" r="-8498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文本框 62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6405817" y="3333369"/>
                <a:ext cx="4565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3" name="文本框 62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6"/>
                </p:custDataLst>
              </p:nvPr>
            </p:nvSpPr>
            <p:spPr>
              <a:xfrm>
                <a:off x="6405817" y="3333369"/>
                <a:ext cx="456565" cy="368935"/>
              </a:xfrm>
              <a:prstGeom prst="rect">
                <a:avLst/>
              </a:prstGeom>
              <a:blipFill rotWithShape="1">
                <a:blip r:embed="rId17"/>
                <a:stretch>
                  <a:fillRect l="-125" t="-69" r="-8498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文本框 63"/>
              <p:cNvSpPr txBox="1"/>
              <p:nvPr>
                <p:custDataLst>
                  <p:tags r:id="rId18"/>
                </p:custDataLst>
              </p:nvPr>
            </p:nvSpPr>
            <p:spPr>
              <a:xfrm>
                <a:off x="6405817" y="2720594"/>
                <a:ext cx="4565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4" name="文本框 63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9"/>
                </p:custDataLst>
              </p:nvPr>
            </p:nvSpPr>
            <p:spPr>
              <a:xfrm>
                <a:off x="6405817" y="2720594"/>
                <a:ext cx="456565" cy="368935"/>
              </a:xfrm>
              <a:prstGeom prst="rect">
                <a:avLst/>
              </a:prstGeom>
              <a:blipFill rotWithShape="1">
                <a:blip r:embed="rId20"/>
                <a:stretch>
                  <a:fillRect l="-125" t="-69" r="-8498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圆角矩形 64"/>
          <p:cNvSpPr/>
          <p:nvPr>
            <p:custDataLst>
              <p:tags r:id="rId21"/>
            </p:custDataLst>
          </p:nvPr>
        </p:nvSpPr>
        <p:spPr>
          <a:xfrm>
            <a:off x="4350385" y="2352040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66" name="圆角矩形 65"/>
          <p:cNvSpPr/>
          <p:nvPr>
            <p:custDataLst>
              <p:tags r:id="rId22"/>
            </p:custDataLst>
          </p:nvPr>
        </p:nvSpPr>
        <p:spPr>
          <a:xfrm>
            <a:off x="6380480" y="2352040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FF8D4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67" name="下箭头 66"/>
          <p:cNvSpPr/>
          <p:nvPr>
            <p:custDataLst>
              <p:tags r:id="rId23"/>
            </p:custDataLst>
          </p:nvPr>
        </p:nvSpPr>
        <p:spPr>
          <a:xfrm>
            <a:off x="4236085" y="2009140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8" name="下箭头 67"/>
          <p:cNvSpPr/>
          <p:nvPr>
            <p:custDataLst>
              <p:tags r:id="rId24"/>
            </p:custDataLst>
          </p:nvPr>
        </p:nvSpPr>
        <p:spPr>
          <a:xfrm>
            <a:off x="6266180" y="2009140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9" name="文本框 68"/>
          <p:cNvSpPr txBox="1"/>
          <p:nvPr>
            <p:custDataLst>
              <p:tags r:id="rId25"/>
            </p:custDataLst>
          </p:nvPr>
        </p:nvSpPr>
        <p:spPr>
          <a:xfrm>
            <a:off x="4214495" y="1525905"/>
            <a:ext cx="72771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zh-CN">
                <a:latin typeface="楷体" charset="0"/>
                <a:ea typeface="楷体" charset="0"/>
              </a:rPr>
              <a:t>Fixed</a:t>
            </a:r>
            <a:endParaRPr lang="en-US" altLang="zh-CN">
              <a:latin typeface="楷体" charset="0"/>
              <a:ea typeface="楷体" charset="0"/>
            </a:endParaRPr>
          </a:p>
        </p:txBody>
      </p:sp>
      <p:sp>
        <p:nvSpPr>
          <p:cNvPr id="70" name="文本框 69"/>
          <p:cNvSpPr txBox="1"/>
          <p:nvPr>
            <p:custDataLst>
              <p:tags r:id="rId26"/>
            </p:custDataLst>
          </p:nvPr>
        </p:nvSpPr>
        <p:spPr>
          <a:xfrm>
            <a:off x="5995035" y="1525905"/>
            <a:ext cx="111506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zh-CN">
                <a:latin typeface="楷体" charset="0"/>
                <a:ea typeface="楷体" charset="0"/>
              </a:rPr>
              <a:t>Trainable</a:t>
            </a:r>
            <a:endParaRPr lang="en-US" altLang="zh-CN">
              <a:latin typeface="楷体" charset="0"/>
              <a:ea typeface="楷体" charset="0"/>
            </a:endParaRPr>
          </a:p>
        </p:txBody>
      </p:sp>
      <p:sp>
        <p:nvSpPr>
          <p:cNvPr id="71" name="文本框 70"/>
          <p:cNvSpPr txBox="1"/>
          <p:nvPr>
            <p:custDataLst>
              <p:tags r:id="rId27"/>
            </p:custDataLst>
          </p:nvPr>
        </p:nvSpPr>
        <p:spPr>
          <a:xfrm>
            <a:off x="4847590" y="983615"/>
            <a:ext cx="1328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4">
                    <a:lumMod val="75000"/>
                  </a:schemeClr>
                </a:solidFill>
              </a:rPr>
              <a:t>Local Net</a:t>
            </a:r>
            <a:endParaRPr lang="en-US" altLang="zh-CN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2" name="圆角矩形 71"/>
          <p:cNvSpPr/>
          <p:nvPr>
            <p:custDataLst>
              <p:tags r:id="rId28"/>
            </p:custDataLst>
          </p:nvPr>
        </p:nvSpPr>
        <p:spPr>
          <a:xfrm>
            <a:off x="2658110" y="4532630"/>
            <a:ext cx="5773420" cy="127571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73" name="文本框 72"/>
          <p:cNvSpPr txBox="1"/>
          <p:nvPr>
            <p:custDataLst>
              <p:tags r:id="rId29"/>
            </p:custDataLst>
          </p:nvPr>
        </p:nvSpPr>
        <p:spPr>
          <a:xfrm>
            <a:off x="5165725" y="4538345"/>
            <a:ext cx="6927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5">
                    <a:lumMod val="75000"/>
                  </a:schemeClr>
                </a:solidFill>
              </a:rPr>
              <a:t>PoU</a:t>
            </a:r>
            <a:endParaRPr lang="en-US" altLang="zh-CN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79" name="组合 78"/>
          <p:cNvGrpSpPr/>
          <p:nvPr/>
        </p:nvGrpSpPr>
        <p:grpSpPr>
          <a:xfrm>
            <a:off x="5316855" y="5131435"/>
            <a:ext cx="389255" cy="431165"/>
            <a:chOff x="16141" y="3523"/>
            <a:chExt cx="613" cy="679"/>
          </a:xfrm>
        </p:grpSpPr>
        <p:sp>
          <p:nvSpPr>
            <p:cNvPr id="76" name="椭圆 75"/>
            <p:cNvSpPr/>
            <p:nvPr>
              <p:custDataLst>
                <p:tags r:id="rId30"/>
              </p:custDataLst>
            </p:nvPr>
          </p:nvSpPr>
          <p:spPr>
            <a:xfrm>
              <a:off x="16142" y="3523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77" name="文本框 76"/>
            <p:cNvSpPr txBox="1"/>
            <p:nvPr>
              <p:custDataLst>
                <p:tags r:id="rId31"/>
              </p:custDataLst>
            </p:nvPr>
          </p:nvSpPr>
          <p:spPr>
            <a:xfrm>
              <a:off x="16141" y="3574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2000">
                  <a:solidFill>
                    <a:srgbClr val="FF0000"/>
                  </a:solidFill>
                  <a:latin typeface="Arial" panose="020B0604020202090204" pitchFamily="34" charset="0"/>
                  <a:cs typeface="Arial" panose="020B0604020202090204" pitchFamily="34" charset="0"/>
                  <a:sym typeface="+mn-ea"/>
                </a:rPr>
                <a:t>Ψ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  <p:sp>
        <p:nvSpPr>
          <p:cNvPr id="23" name="圆角矩形 22"/>
          <p:cNvSpPr/>
          <p:nvPr>
            <p:custDataLst>
              <p:tags r:id="rId32"/>
            </p:custDataLst>
          </p:nvPr>
        </p:nvSpPr>
        <p:spPr>
          <a:xfrm>
            <a:off x="456565" y="3561715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Input</a:t>
            </a:r>
            <a:endParaRPr lang="en-US" altLang="zh-CN"/>
          </a:p>
        </p:txBody>
      </p:sp>
      <p:cxnSp>
        <p:nvCxnSpPr>
          <p:cNvPr id="29" name="直接箭头连接符 28"/>
          <p:cNvCxnSpPr>
            <a:stCxn id="23" idx="3"/>
            <a:endCxn id="3" idx="1"/>
          </p:cNvCxnSpPr>
          <p:nvPr>
            <p:custDataLst>
              <p:tags r:id="rId33"/>
            </p:custDataLst>
          </p:nvPr>
        </p:nvCxnSpPr>
        <p:spPr>
          <a:xfrm flipV="1">
            <a:off x="1784350" y="2557145"/>
            <a:ext cx="874395" cy="1241425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" name="直接箭头连接符 3"/>
          <p:cNvCxnSpPr>
            <a:stCxn id="23" idx="3"/>
            <a:endCxn id="72" idx="1"/>
          </p:cNvCxnSpPr>
          <p:nvPr>
            <p:custDataLst>
              <p:tags r:id="rId34"/>
            </p:custDataLst>
          </p:nvPr>
        </p:nvCxnSpPr>
        <p:spPr>
          <a:xfrm>
            <a:off x="1784350" y="3798570"/>
            <a:ext cx="873760" cy="1372235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/>
        </p:nvGrpSpPr>
        <p:grpSpPr>
          <a:xfrm>
            <a:off x="9250045" y="3493135"/>
            <a:ext cx="612140" cy="612140"/>
            <a:chOff x="11163" y="6242"/>
            <a:chExt cx="964" cy="964"/>
          </a:xfrm>
        </p:grpSpPr>
        <p:sp>
          <p:nvSpPr>
            <p:cNvPr id="33" name="椭圆 32"/>
            <p:cNvSpPr/>
            <p:nvPr>
              <p:custDataLst>
                <p:tags r:id="rId35"/>
              </p:custDataLst>
            </p:nvPr>
          </p:nvSpPr>
          <p:spPr>
            <a:xfrm>
              <a:off x="11271" y="6352"/>
              <a:ext cx="747" cy="747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乘号 34"/>
            <p:cNvSpPr/>
            <p:nvPr>
              <p:custDataLst>
                <p:tags r:id="rId36"/>
              </p:custDataLst>
            </p:nvPr>
          </p:nvSpPr>
          <p:spPr>
            <a:xfrm>
              <a:off x="11163" y="6242"/>
              <a:ext cx="964" cy="964"/>
            </a:xfrm>
            <a:prstGeom prst="mathMultiply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cxnSp>
        <p:nvCxnSpPr>
          <p:cNvPr id="37" name="直接箭头连接符 36"/>
          <p:cNvCxnSpPr>
            <a:endCxn id="35" idx="0"/>
          </p:cNvCxnSpPr>
          <p:nvPr>
            <p:custDataLst>
              <p:tags r:id="rId37"/>
            </p:custDataLst>
          </p:nvPr>
        </p:nvCxnSpPr>
        <p:spPr>
          <a:xfrm>
            <a:off x="8439150" y="2849880"/>
            <a:ext cx="958215" cy="790575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>
            <a:stCxn id="72" idx="3"/>
            <a:endCxn id="35" idx="3"/>
          </p:cNvCxnSpPr>
          <p:nvPr>
            <p:custDataLst>
              <p:tags r:id="rId38"/>
            </p:custDataLst>
          </p:nvPr>
        </p:nvCxnSpPr>
        <p:spPr>
          <a:xfrm flipV="1">
            <a:off x="8431530" y="3957955"/>
            <a:ext cx="965835" cy="121285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9" name="圆角矩形 38"/>
          <p:cNvSpPr/>
          <p:nvPr>
            <p:custDataLst>
              <p:tags r:id="rId39"/>
            </p:custDataLst>
          </p:nvPr>
        </p:nvSpPr>
        <p:spPr>
          <a:xfrm>
            <a:off x="10609580" y="3561715"/>
            <a:ext cx="1327785" cy="473710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Output</a:t>
            </a:r>
            <a:endParaRPr lang="en-US" altLang="zh-CN"/>
          </a:p>
        </p:txBody>
      </p:sp>
      <p:cxnSp>
        <p:nvCxnSpPr>
          <p:cNvPr id="40" name="直接箭头连接符 39"/>
          <p:cNvCxnSpPr>
            <a:endCxn id="39" idx="1"/>
          </p:cNvCxnSpPr>
          <p:nvPr>
            <p:custDataLst>
              <p:tags r:id="rId40"/>
            </p:custDataLst>
          </p:nvPr>
        </p:nvCxnSpPr>
        <p:spPr>
          <a:xfrm>
            <a:off x="9792970" y="3798570"/>
            <a:ext cx="816610" cy="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2"/>
          <p:cNvSpPr/>
          <p:nvPr/>
        </p:nvSpPr>
        <p:spPr>
          <a:xfrm>
            <a:off x="2658745" y="983615"/>
            <a:ext cx="5763895" cy="314642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pic>
        <p:nvPicPr>
          <p:cNvPr id="58" name="图片 57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703195" y="2237105"/>
            <a:ext cx="5684520" cy="157289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9" name="文本框 58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4383342" y="2352294"/>
                <a:ext cx="46418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59" name="文本框 58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4383342" y="2352294"/>
                <a:ext cx="464185" cy="368935"/>
              </a:xfrm>
              <a:prstGeom prst="rect">
                <a:avLst/>
              </a:prstGeom>
              <a:blipFill rotWithShape="1">
                <a:blip r:embed="rId5"/>
                <a:stretch>
                  <a:fillRect l="-123" t="-69" r="-6854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文本框 59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4392232" y="3333369"/>
                <a:ext cx="473710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0" name="文本框 59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4392232" y="3333369"/>
                <a:ext cx="473710" cy="368935"/>
              </a:xfrm>
              <a:prstGeom prst="rect">
                <a:avLst/>
              </a:prstGeom>
              <a:blipFill rotWithShape="1">
                <a:blip r:embed="rId8"/>
                <a:stretch>
                  <a:fillRect l="-121" t="-69" r="-4705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文本框 60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4392232" y="2720594"/>
                <a:ext cx="473710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1" name="文本框 60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4392232" y="2720594"/>
                <a:ext cx="473710" cy="368935"/>
              </a:xfrm>
              <a:prstGeom prst="rect">
                <a:avLst/>
              </a:prstGeom>
              <a:blipFill rotWithShape="1">
                <a:blip r:embed="rId11"/>
                <a:stretch>
                  <a:fillRect l="-121" t="-69" r="-4705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文本框 61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6405817" y="2352294"/>
                <a:ext cx="4565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2" name="文本框 61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6405817" y="2352294"/>
                <a:ext cx="456565" cy="368935"/>
              </a:xfrm>
              <a:prstGeom prst="rect">
                <a:avLst/>
              </a:prstGeom>
              <a:blipFill rotWithShape="1">
                <a:blip r:embed="rId14"/>
                <a:stretch>
                  <a:fillRect l="-125" t="-69" r="-8498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文本框 62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6405817" y="3333369"/>
                <a:ext cx="4565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3" name="文本框 62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6"/>
                </p:custDataLst>
              </p:nvPr>
            </p:nvSpPr>
            <p:spPr>
              <a:xfrm>
                <a:off x="6405817" y="3333369"/>
                <a:ext cx="456565" cy="368935"/>
              </a:xfrm>
              <a:prstGeom prst="rect">
                <a:avLst/>
              </a:prstGeom>
              <a:blipFill rotWithShape="1">
                <a:blip r:embed="rId17"/>
                <a:stretch>
                  <a:fillRect l="-125" t="-69" r="-8498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文本框 63"/>
              <p:cNvSpPr txBox="1"/>
              <p:nvPr>
                <p:custDataLst>
                  <p:tags r:id="rId18"/>
                </p:custDataLst>
              </p:nvPr>
            </p:nvSpPr>
            <p:spPr>
              <a:xfrm>
                <a:off x="6405817" y="2720594"/>
                <a:ext cx="4565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4" name="文本框 63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9"/>
                </p:custDataLst>
              </p:nvPr>
            </p:nvSpPr>
            <p:spPr>
              <a:xfrm>
                <a:off x="6405817" y="2720594"/>
                <a:ext cx="456565" cy="368935"/>
              </a:xfrm>
              <a:prstGeom prst="rect">
                <a:avLst/>
              </a:prstGeom>
              <a:blipFill rotWithShape="1">
                <a:blip r:embed="rId20"/>
                <a:stretch>
                  <a:fillRect l="-125" t="-69" r="-8498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圆角矩形 64"/>
          <p:cNvSpPr/>
          <p:nvPr>
            <p:custDataLst>
              <p:tags r:id="rId21"/>
            </p:custDataLst>
          </p:nvPr>
        </p:nvSpPr>
        <p:spPr>
          <a:xfrm>
            <a:off x="4350385" y="2352040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66" name="圆角矩形 65"/>
          <p:cNvSpPr/>
          <p:nvPr>
            <p:custDataLst>
              <p:tags r:id="rId22"/>
            </p:custDataLst>
          </p:nvPr>
        </p:nvSpPr>
        <p:spPr>
          <a:xfrm>
            <a:off x="6380480" y="2352040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FF8D4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67" name="下箭头 66"/>
          <p:cNvSpPr/>
          <p:nvPr>
            <p:custDataLst>
              <p:tags r:id="rId23"/>
            </p:custDataLst>
          </p:nvPr>
        </p:nvSpPr>
        <p:spPr>
          <a:xfrm>
            <a:off x="4236085" y="2009140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8" name="下箭头 67"/>
          <p:cNvSpPr/>
          <p:nvPr>
            <p:custDataLst>
              <p:tags r:id="rId24"/>
            </p:custDataLst>
          </p:nvPr>
        </p:nvSpPr>
        <p:spPr>
          <a:xfrm>
            <a:off x="6266180" y="2009140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9" name="文本框 68"/>
          <p:cNvSpPr txBox="1"/>
          <p:nvPr>
            <p:custDataLst>
              <p:tags r:id="rId25"/>
            </p:custDataLst>
          </p:nvPr>
        </p:nvSpPr>
        <p:spPr>
          <a:xfrm>
            <a:off x="4214495" y="1525905"/>
            <a:ext cx="72771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zh-CN">
                <a:latin typeface="楷体" charset="0"/>
                <a:ea typeface="楷体" charset="0"/>
              </a:rPr>
              <a:t>Fixed</a:t>
            </a:r>
            <a:endParaRPr lang="en-US" altLang="zh-CN">
              <a:latin typeface="楷体" charset="0"/>
              <a:ea typeface="楷体" charset="0"/>
            </a:endParaRPr>
          </a:p>
        </p:txBody>
      </p:sp>
      <p:sp>
        <p:nvSpPr>
          <p:cNvPr id="70" name="文本框 69"/>
          <p:cNvSpPr txBox="1"/>
          <p:nvPr>
            <p:custDataLst>
              <p:tags r:id="rId26"/>
            </p:custDataLst>
          </p:nvPr>
        </p:nvSpPr>
        <p:spPr>
          <a:xfrm>
            <a:off x="5995035" y="1525905"/>
            <a:ext cx="111506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zh-CN">
                <a:latin typeface="楷体" charset="0"/>
                <a:ea typeface="楷体" charset="0"/>
              </a:rPr>
              <a:t>Trainable</a:t>
            </a:r>
            <a:endParaRPr lang="en-US" altLang="zh-CN">
              <a:latin typeface="楷体" charset="0"/>
              <a:ea typeface="楷体" charset="0"/>
            </a:endParaRPr>
          </a:p>
        </p:txBody>
      </p:sp>
      <p:sp>
        <p:nvSpPr>
          <p:cNvPr id="71" name="文本框 70"/>
          <p:cNvSpPr txBox="1"/>
          <p:nvPr>
            <p:custDataLst>
              <p:tags r:id="rId27"/>
            </p:custDataLst>
          </p:nvPr>
        </p:nvSpPr>
        <p:spPr>
          <a:xfrm>
            <a:off x="4847590" y="983615"/>
            <a:ext cx="1328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4">
                    <a:lumMod val="75000"/>
                  </a:schemeClr>
                </a:solidFill>
              </a:rPr>
              <a:t>Local Net</a:t>
            </a:r>
            <a:endParaRPr lang="en-US" altLang="zh-CN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2" name="圆角矩形 71"/>
          <p:cNvSpPr/>
          <p:nvPr>
            <p:custDataLst>
              <p:tags r:id="rId28"/>
            </p:custDataLst>
          </p:nvPr>
        </p:nvSpPr>
        <p:spPr>
          <a:xfrm>
            <a:off x="2658110" y="4532630"/>
            <a:ext cx="5773420" cy="127571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73" name="文本框 72"/>
          <p:cNvSpPr txBox="1"/>
          <p:nvPr>
            <p:custDataLst>
              <p:tags r:id="rId29"/>
            </p:custDataLst>
          </p:nvPr>
        </p:nvSpPr>
        <p:spPr>
          <a:xfrm>
            <a:off x="5165725" y="4538345"/>
            <a:ext cx="6927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5">
                    <a:lumMod val="75000"/>
                  </a:schemeClr>
                </a:solidFill>
              </a:rPr>
              <a:t>PoU</a:t>
            </a:r>
            <a:endParaRPr lang="en-US" altLang="zh-CN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79" name="组合 78"/>
          <p:cNvGrpSpPr/>
          <p:nvPr/>
        </p:nvGrpSpPr>
        <p:grpSpPr>
          <a:xfrm>
            <a:off x="5316855" y="5131435"/>
            <a:ext cx="389255" cy="431165"/>
            <a:chOff x="16141" y="3523"/>
            <a:chExt cx="613" cy="679"/>
          </a:xfrm>
        </p:grpSpPr>
        <p:sp>
          <p:nvSpPr>
            <p:cNvPr id="76" name="椭圆 75"/>
            <p:cNvSpPr/>
            <p:nvPr>
              <p:custDataLst>
                <p:tags r:id="rId30"/>
              </p:custDataLst>
            </p:nvPr>
          </p:nvSpPr>
          <p:spPr>
            <a:xfrm>
              <a:off x="16142" y="3523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77" name="文本框 76"/>
            <p:cNvSpPr txBox="1"/>
            <p:nvPr>
              <p:custDataLst>
                <p:tags r:id="rId31"/>
              </p:custDataLst>
            </p:nvPr>
          </p:nvSpPr>
          <p:spPr>
            <a:xfrm>
              <a:off x="16141" y="3574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2000">
                  <a:solidFill>
                    <a:srgbClr val="FF0000"/>
                  </a:solidFill>
                  <a:latin typeface="Arial" panose="020B0604020202090204" pitchFamily="34" charset="0"/>
                  <a:cs typeface="Arial" panose="020B0604020202090204" pitchFamily="34" charset="0"/>
                  <a:sym typeface="+mn-ea"/>
                </a:rPr>
                <a:t>Ψ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  <p:sp>
        <p:nvSpPr>
          <p:cNvPr id="23" name="圆角矩形 22"/>
          <p:cNvSpPr/>
          <p:nvPr>
            <p:custDataLst>
              <p:tags r:id="rId32"/>
            </p:custDataLst>
          </p:nvPr>
        </p:nvSpPr>
        <p:spPr>
          <a:xfrm>
            <a:off x="456565" y="3561715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Input</a:t>
            </a:r>
            <a:endParaRPr lang="en-US" altLang="zh-CN"/>
          </a:p>
        </p:txBody>
      </p:sp>
      <p:cxnSp>
        <p:nvCxnSpPr>
          <p:cNvPr id="29" name="直接箭头连接符 28"/>
          <p:cNvCxnSpPr>
            <a:stCxn id="23" idx="3"/>
            <a:endCxn id="3" idx="1"/>
          </p:cNvCxnSpPr>
          <p:nvPr>
            <p:custDataLst>
              <p:tags r:id="rId33"/>
            </p:custDataLst>
          </p:nvPr>
        </p:nvCxnSpPr>
        <p:spPr>
          <a:xfrm flipV="1">
            <a:off x="1784350" y="2557145"/>
            <a:ext cx="874395" cy="1241425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" name="直接箭头连接符 3"/>
          <p:cNvCxnSpPr>
            <a:stCxn id="23" idx="3"/>
            <a:endCxn id="72" idx="1"/>
          </p:cNvCxnSpPr>
          <p:nvPr>
            <p:custDataLst>
              <p:tags r:id="rId34"/>
            </p:custDataLst>
          </p:nvPr>
        </p:nvCxnSpPr>
        <p:spPr>
          <a:xfrm>
            <a:off x="1784350" y="3798570"/>
            <a:ext cx="873760" cy="1372235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/>
        </p:nvGrpSpPr>
        <p:grpSpPr>
          <a:xfrm>
            <a:off x="9250045" y="3493135"/>
            <a:ext cx="612140" cy="612140"/>
            <a:chOff x="11163" y="6242"/>
            <a:chExt cx="964" cy="964"/>
          </a:xfrm>
        </p:grpSpPr>
        <p:sp>
          <p:nvSpPr>
            <p:cNvPr id="33" name="椭圆 32"/>
            <p:cNvSpPr/>
            <p:nvPr>
              <p:custDataLst>
                <p:tags r:id="rId35"/>
              </p:custDataLst>
            </p:nvPr>
          </p:nvSpPr>
          <p:spPr>
            <a:xfrm>
              <a:off x="11271" y="6352"/>
              <a:ext cx="747" cy="747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乘号 34"/>
            <p:cNvSpPr/>
            <p:nvPr>
              <p:custDataLst>
                <p:tags r:id="rId36"/>
              </p:custDataLst>
            </p:nvPr>
          </p:nvSpPr>
          <p:spPr>
            <a:xfrm>
              <a:off x="11163" y="6242"/>
              <a:ext cx="964" cy="964"/>
            </a:xfrm>
            <a:prstGeom prst="mathMultiply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cxnSp>
        <p:nvCxnSpPr>
          <p:cNvPr id="37" name="直接箭头连接符 36"/>
          <p:cNvCxnSpPr>
            <a:endCxn id="35" idx="0"/>
          </p:cNvCxnSpPr>
          <p:nvPr>
            <p:custDataLst>
              <p:tags r:id="rId37"/>
            </p:custDataLst>
          </p:nvPr>
        </p:nvCxnSpPr>
        <p:spPr>
          <a:xfrm>
            <a:off x="8439150" y="2849880"/>
            <a:ext cx="958215" cy="790575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>
            <a:stCxn id="72" idx="3"/>
            <a:endCxn id="35" idx="3"/>
          </p:cNvCxnSpPr>
          <p:nvPr>
            <p:custDataLst>
              <p:tags r:id="rId38"/>
            </p:custDataLst>
          </p:nvPr>
        </p:nvCxnSpPr>
        <p:spPr>
          <a:xfrm flipV="1">
            <a:off x="8431530" y="3957955"/>
            <a:ext cx="965835" cy="121285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9" name="圆角矩形 38"/>
          <p:cNvSpPr/>
          <p:nvPr>
            <p:custDataLst>
              <p:tags r:id="rId39"/>
            </p:custDataLst>
          </p:nvPr>
        </p:nvSpPr>
        <p:spPr>
          <a:xfrm>
            <a:off x="10609580" y="3561715"/>
            <a:ext cx="1327785" cy="473710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Output</a:t>
            </a:r>
            <a:endParaRPr lang="en-US" altLang="zh-CN"/>
          </a:p>
        </p:txBody>
      </p:sp>
      <p:cxnSp>
        <p:nvCxnSpPr>
          <p:cNvPr id="40" name="直接箭头连接符 39"/>
          <p:cNvCxnSpPr>
            <a:endCxn id="39" idx="1"/>
          </p:cNvCxnSpPr>
          <p:nvPr>
            <p:custDataLst>
              <p:tags r:id="rId40"/>
            </p:custDataLst>
          </p:nvPr>
        </p:nvCxnSpPr>
        <p:spPr>
          <a:xfrm>
            <a:off x="9792970" y="3798570"/>
            <a:ext cx="816610" cy="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箭头连接符 1"/>
          <p:cNvCxnSpPr/>
          <p:nvPr>
            <p:custDataLst>
              <p:tags r:id="rId1"/>
            </p:custDataLst>
          </p:nvPr>
        </p:nvCxnSpPr>
        <p:spPr>
          <a:xfrm>
            <a:off x="1403350" y="4772660"/>
            <a:ext cx="4084955" cy="0"/>
          </a:xfrm>
          <a:prstGeom prst="straightConnector1">
            <a:avLst/>
          </a:prstGeom>
          <a:ln w="28575" cap="flat" cmpd="sng">
            <a:solidFill>
              <a:schemeClr val="accent1">
                <a:shade val="50000"/>
              </a:schemeClr>
            </a:solidFill>
            <a:prstDash val="solid"/>
            <a:miter lim="800000"/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直接箭头连接符 6"/>
          <p:cNvCxnSpPr/>
          <p:nvPr>
            <p:custDataLst>
              <p:tags r:id="rId2"/>
            </p:custDataLst>
          </p:nvPr>
        </p:nvCxnSpPr>
        <p:spPr>
          <a:xfrm flipV="1">
            <a:off x="1821815" y="2193925"/>
            <a:ext cx="0" cy="3114675"/>
          </a:xfrm>
          <a:prstGeom prst="straightConnector1">
            <a:avLst/>
          </a:prstGeom>
          <a:ln w="28575" cap="flat" cmpd="sng">
            <a:solidFill>
              <a:schemeClr val="accent1">
                <a:shade val="50000"/>
              </a:schemeClr>
            </a:solidFill>
            <a:prstDash val="solid"/>
            <a:miter lim="800000"/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>
            <p:custDataLst>
              <p:tags r:id="rId3"/>
            </p:custDataLst>
          </p:nvPr>
        </p:nvCxnSpPr>
        <p:spPr>
          <a:xfrm>
            <a:off x="1834515" y="3016885"/>
            <a:ext cx="2456180" cy="0"/>
          </a:xfrm>
          <a:prstGeom prst="line">
            <a:avLst/>
          </a:prstGeom>
          <a:ln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>
            <p:custDataLst>
              <p:tags r:id="rId4"/>
            </p:custDataLst>
          </p:nvPr>
        </p:nvCxnSpPr>
        <p:spPr>
          <a:xfrm>
            <a:off x="4290060" y="3002915"/>
            <a:ext cx="0" cy="1772285"/>
          </a:xfrm>
          <a:prstGeom prst="line">
            <a:avLst/>
          </a:prstGeom>
          <a:ln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>
            <p:custDataLst>
              <p:tags r:id="rId5"/>
            </p:custDataLst>
          </p:nvPr>
        </p:nvCxnSpPr>
        <p:spPr>
          <a:xfrm>
            <a:off x="1821815" y="3895090"/>
            <a:ext cx="2456180" cy="0"/>
          </a:xfrm>
          <a:prstGeom prst="line">
            <a:avLst/>
          </a:prstGeom>
          <a:ln w="28575" cmpd="sng">
            <a:solidFill>
              <a:schemeClr val="accent2"/>
            </a:solidFill>
            <a:prstDash val="sysDot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直接连接符 12"/>
          <p:cNvCxnSpPr/>
          <p:nvPr>
            <p:custDataLst>
              <p:tags r:id="rId6"/>
            </p:custDataLst>
          </p:nvPr>
        </p:nvCxnSpPr>
        <p:spPr>
          <a:xfrm>
            <a:off x="3119120" y="3000375"/>
            <a:ext cx="0" cy="1772285"/>
          </a:xfrm>
          <a:prstGeom prst="line">
            <a:avLst/>
          </a:prstGeom>
          <a:ln w="28575" cmpd="sng">
            <a:solidFill>
              <a:schemeClr val="accent2"/>
            </a:solidFill>
            <a:prstDash val="sysDot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" name="文本框 13"/>
          <p:cNvSpPr txBox="1"/>
          <p:nvPr>
            <p:custDataLst>
              <p:tags r:id="rId7"/>
            </p:custDataLst>
          </p:nvPr>
        </p:nvSpPr>
        <p:spPr>
          <a:xfrm>
            <a:off x="5170805" y="4848225"/>
            <a:ext cx="3797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 i="1"/>
              <a:t>x</a:t>
            </a:r>
            <a:endParaRPr lang="en-US" altLang="zh-CN" sz="2400" b="1" i="1"/>
          </a:p>
        </p:txBody>
      </p:sp>
      <p:sp>
        <p:nvSpPr>
          <p:cNvPr id="15" name="文本框 14"/>
          <p:cNvSpPr txBox="1"/>
          <p:nvPr>
            <p:custDataLst>
              <p:tags r:id="rId8"/>
            </p:custDataLst>
          </p:nvPr>
        </p:nvSpPr>
        <p:spPr>
          <a:xfrm>
            <a:off x="1398270" y="2327275"/>
            <a:ext cx="3797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 i="1"/>
              <a:t>t</a:t>
            </a:r>
            <a:endParaRPr lang="en-US" altLang="zh-CN" sz="2400" b="1" i="1"/>
          </a:p>
        </p:txBody>
      </p:sp>
      <p:grpSp>
        <p:nvGrpSpPr>
          <p:cNvPr id="29" name="组合 28"/>
          <p:cNvGrpSpPr/>
          <p:nvPr/>
        </p:nvGrpSpPr>
        <p:grpSpPr>
          <a:xfrm>
            <a:off x="5550535" y="2327275"/>
            <a:ext cx="3958590" cy="1597060"/>
            <a:chOff x="8524" y="4870"/>
            <a:chExt cx="8952" cy="3611"/>
          </a:xfrm>
        </p:grpSpPr>
        <p:pic>
          <p:nvPicPr>
            <p:cNvPr id="16" name="图片 15"/>
            <p:cNvPicPr>
              <a:picLocks noChangeAspect="1"/>
            </p:cNvPicPr>
            <p:nvPr>
              <p:custDataLst>
                <p:tags r:id="rId9"/>
              </p:custDataLst>
            </p:nvPr>
          </p:nvPicPr>
          <p:blipFill>
            <a:blip r:embed="rId10"/>
            <a:stretch>
              <a:fillRect/>
            </a:stretch>
          </p:blipFill>
          <p:spPr>
            <a:xfrm>
              <a:off x="8524" y="5991"/>
              <a:ext cx="8952" cy="2477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文本框 16"/>
                <p:cNvSpPr txBox="1"/>
                <p:nvPr>
                  <p:custDataLst>
                    <p:tags r:id="rId11"/>
                  </p:custDataLst>
                </p:nvPr>
              </p:nvSpPr>
              <p:spPr>
                <a:xfrm>
                  <a:off x="11118" y="6172"/>
                  <a:ext cx="783" cy="762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noAutofit/>
                </a:bodyPr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sz="1600" i="1">
                    <a:solidFill>
                      <a:srgbClr val="FF0000"/>
                    </a:solidFill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17" name="文本框 16"/>
                <p:cNvSpPr txBox="1">
                  <a:spLocks noRot="1" noChangeAspect="1" noMove="1" noResize="1" noEditPoints="1" noAdjustHandles="1" noChangeArrowheads="1" noChangeShapeType="1" noTextEdit="1"/>
                </p:cNvSpPr>
                <p:nvPr>
                  <p:custDataLst>
                    <p:tags r:id="rId12"/>
                  </p:custDataLst>
                </p:nvPr>
              </p:nvSpPr>
              <p:spPr>
                <a:xfrm>
                  <a:off x="11118" y="6172"/>
                  <a:ext cx="783" cy="762"/>
                </a:xfrm>
                <a:prstGeom prst="rect">
                  <a:avLst/>
                </a:prstGeom>
                <a:blipFill rotWithShape="1">
                  <a:blip r:embed="rId1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文本框 17"/>
                <p:cNvSpPr txBox="1"/>
                <p:nvPr>
                  <p:custDataLst>
                    <p:tags r:id="rId14"/>
                  </p:custDataLst>
                </p:nvPr>
              </p:nvSpPr>
              <p:spPr>
                <a:xfrm>
                  <a:off x="11118" y="7717"/>
                  <a:ext cx="812" cy="764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altLang="zh-CN" sz="1600" i="1">
                    <a:solidFill>
                      <a:srgbClr val="FF0000"/>
                    </a:solidFill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18" name="文本框 17"/>
                <p:cNvSpPr txBox="1">
                  <a:spLocks noRot="1" noChangeAspect="1" noMove="1" noResize="1" noEditPoints="1" noAdjustHandles="1" noChangeArrowheads="1" noChangeShapeType="1" noTextEdit="1"/>
                </p:cNvSpPr>
                <p:nvPr>
                  <p:custDataLst>
                    <p:tags r:id="rId15"/>
                  </p:custDataLst>
                </p:nvPr>
              </p:nvSpPr>
              <p:spPr>
                <a:xfrm>
                  <a:off x="11118" y="7717"/>
                  <a:ext cx="812" cy="764"/>
                </a:xfrm>
                <a:prstGeom prst="rect">
                  <a:avLst/>
                </a:prstGeom>
                <a:blipFill rotWithShape="1">
                  <a:blip r:embed="rId1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文本框 18"/>
                <p:cNvSpPr txBox="1"/>
                <p:nvPr>
                  <p:custDataLst>
                    <p:tags r:id="rId17"/>
                  </p:custDataLst>
                </p:nvPr>
              </p:nvSpPr>
              <p:spPr>
                <a:xfrm>
                  <a:off x="11118" y="6752"/>
                  <a:ext cx="812" cy="762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sz="1600" i="1">
                    <a:solidFill>
                      <a:srgbClr val="FF0000"/>
                    </a:solidFill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19" name="文本框 18"/>
                <p:cNvSpPr txBox="1">
                  <a:spLocks noRot="1" noChangeAspect="1" noMove="1" noResize="1" noEditPoints="1" noAdjustHandles="1" noChangeArrowheads="1" noChangeShapeType="1" noTextEdit="1"/>
                </p:cNvSpPr>
                <p:nvPr>
                  <p:custDataLst>
                    <p:tags r:id="rId18"/>
                  </p:custDataLst>
                </p:nvPr>
              </p:nvSpPr>
              <p:spPr>
                <a:xfrm>
                  <a:off x="11118" y="6752"/>
                  <a:ext cx="812" cy="762"/>
                </a:xfrm>
                <a:prstGeom prst="rect">
                  <a:avLst/>
                </a:prstGeom>
                <a:blipFill rotWithShape="1">
                  <a:blip r:embed="rId19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文本框 19"/>
                <p:cNvSpPr txBox="1"/>
                <p:nvPr>
                  <p:custDataLst>
                    <p:tags r:id="rId20"/>
                  </p:custDataLst>
                </p:nvPr>
              </p:nvSpPr>
              <p:spPr>
                <a:xfrm>
                  <a:off x="14316" y="6172"/>
                  <a:ext cx="758" cy="762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noAutofit/>
                </a:bodyPr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sz="1600" i="1">
                    <a:solidFill>
                      <a:srgbClr val="FF0000"/>
                    </a:solidFill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20" name="文本框 19"/>
                <p:cNvSpPr txBox="1">
                  <a:spLocks noRot="1" noChangeAspect="1" noMove="1" noResize="1" noEditPoints="1" noAdjustHandles="1" noChangeArrowheads="1" noChangeShapeType="1" noTextEdit="1"/>
                </p:cNvSpPr>
                <p:nvPr>
                  <p:custDataLst>
                    <p:tags r:id="rId21"/>
                  </p:custDataLst>
                </p:nvPr>
              </p:nvSpPr>
              <p:spPr>
                <a:xfrm>
                  <a:off x="14316" y="6172"/>
                  <a:ext cx="758" cy="762"/>
                </a:xfrm>
                <a:prstGeom prst="rect">
                  <a:avLst/>
                </a:prstGeom>
                <a:blipFill rotWithShape="1">
                  <a:blip r:embed="rId2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文本框 20"/>
                <p:cNvSpPr txBox="1"/>
                <p:nvPr>
                  <p:custDataLst>
                    <p:tags r:id="rId23"/>
                  </p:custDataLst>
                </p:nvPr>
              </p:nvSpPr>
              <p:spPr>
                <a:xfrm>
                  <a:off x="14315" y="7717"/>
                  <a:ext cx="759" cy="764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altLang="zh-CN" sz="1600" i="1">
                    <a:solidFill>
                      <a:srgbClr val="FF0000"/>
                    </a:solidFill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21" name="文本框 20"/>
                <p:cNvSpPr txBox="1">
                  <a:spLocks noRot="1" noChangeAspect="1" noMove="1" noResize="1" noEditPoints="1" noAdjustHandles="1" noChangeArrowheads="1" noChangeShapeType="1" noTextEdit="1"/>
                </p:cNvSpPr>
                <p:nvPr>
                  <p:custDataLst>
                    <p:tags r:id="rId24"/>
                  </p:custDataLst>
                </p:nvPr>
              </p:nvSpPr>
              <p:spPr>
                <a:xfrm>
                  <a:off x="14315" y="7717"/>
                  <a:ext cx="759" cy="764"/>
                </a:xfrm>
                <a:prstGeom prst="rect">
                  <a:avLst/>
                </a:prstGeom>
                <a:blipFill rotWithShape="1">
                  <a:blip r:embed="rId2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文本框 21"/>
                <p:cNvSpPr txBox="1"/>
                <p:nvPr>
                  <p:custDataLst>
                    <p:tags r:id="rId26"/>
                  </p:custDataLst>
                </p:nvPr>
              </p:nvSpPr>
              <p:spPr>
                <a:xfrm>
                  <a:off x="14315" y="6752"/>
                  <a:ext cx="759" cy="762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sz="1600" i="1">
                    <a:solidFill>
                      <a:srgbClr val="FF0000"/>
                    </a:solidFill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22" name="文本框 21"/>
                <p:cNvSpPr txBox="1">
                  <a:spLocks noRot="1" noChangeAspect="1" noMove="1" noResize="1" noEditPoints="1" noAdjustHandles="1" noChangeArrowheads="1" noChangeShapeType="1" noTextEdit="1"/>
                </p:cNvSpPr>
                <p:nvPr>
                  <p:custDataLst>
                    <p:tags r:id="rId27"/>
                  </p:custDataLst>
                </p:nvPr>
              </p:nvSpPr>
              <p:spPr>
                <a:xfrm>
                  <a:off x="14315" y="6752"/>
                  <a:ext cx="759" cy="762"/>
                </a:xfrm>
                <a:prstGeom prst="rect">
                  <a:avLst/>
                </a:prstGeom>
                <a:blipFill rotWithShape="1">
                  <a:blip r:embed="rId28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圆角矩形 22"/>
            <p:cNvSpPr/>
            <p:nvPr>
              <p:custDataLst>
                <p:tags r:id="rId29"/>
              </p:custDataLst>
            </p:nvPr>
          </p:nvSpPr>
          <p:spPr>
            <a:xfrm>
              <a:off x="11118" y="6172"/>
              <a:ext cx="732" cy="2126"/>
            </a:xfrm>
            <a:prstGeom prst="roundRect">
              <a:avLst/>
            </a:prstGeom>
            <a:noFill/>
            <a:ln w="19050" cap="flat" cmpd="sng">
              <a:solidFill>
                <a:srgbClr val="0070C0"/>
              </a:solidFill>
              <a:prstDash val="dash"/>
              <a:miter lim="800000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dk1"/>
            </a:fontRef>
          </p:style>
          <p:txBody>
            <a:bodyPr rtlCol="0" anchor="ctr"/>
            <a:p>
              <a:pPr algn="ctr"/>
              <a:endParaRPr lang="zh-CN" altLang="en-US">
                <a:gradFill>
                  <a:gsLst>
                    <a:gs pos="0">
                      <a:srgbClr val="FE4444"/>
                    </a:gs>
                    <a:gs pos="100000">
                      <a:srgbClr val="832B2B"/>
                    </a:gs>
                  </a:gsLst>
                  <a:lin ang="5400000" scaled="0"/>
                </a:gradFill>
              </a:endParaRPr>
            </a:p>
          </p:txBody>
        </p:sp>
        <p:sp>
          <p:nvSpPr>
            <p:cNvPr id="24" name="圆角矩形 23"/>
            <p:cNvSpPr/>
            <p:nvPr>
              <p:custDataLst>
                <p:tags r:id="rId30"/>
              </p:custDataLst>
            </p:nvPr>
          </p:nvSpPr>
          <p:spPr>
            <a:xfrm>
              <a:off x="14315" y="6172"/>
              <a:ext cx="732" cy="2126"/>
            </a:xfrm>
            <a:prstGeom prst="roundRect">
              <a:avLst/>
            </a:prstGeom>
            <a:noFill/>
            <a:ln w="19050" cap="flat" cmpd="sng">
              <a:solidFill>
                <a:srgbClr val="FF8D41"/>
              </a:solidFill>
              <a:prstDash val="dash"/>
              <a:miter lim="800000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dk1"/>
            </a:fontRef>
          </p:style>
          <p:txBody>
            <a:bodyPr rtlCol="0" anchor="ctr"/>
            <a:p>
              <a:pPr algn="ctr"/>
              <a:endParaRPr lang="zh-CN" altLang="en-US">
                <a:gradFill>
                  <a:gsLst>
                    <a:gs pos="0">
                      <a:srgbClr val="FE4444"/>
                    </a:gs>
                    <a:gs pos="100000">
                      <a:srgbClr val="832B2B"/>
                    </a:gs>
                  </a:gsLst>
                  <a:lin ang="5400000" scaled="0"/>
                </a:gradFill>
              </a:endParaRPr>
            </a:p>
          </p:txBody>
        </p:sp>
        <p:sp>
          <p:nvSpPr>
            <p:cNvPr id="25" name="下箭头 24"/>
            <p:cNvSpPr/>
            <p:nvPr>
              <p:custDataLst>
                <p:tags r:id="rId31"/>
              </p:custDataLst>
            </p:nvPr>
          </p:nvSpPr>
          <p:spPr>
            <a:xfrm>
              <a:off x="10938" y="5632"/>
              <a:ext cx="1091" cy="359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6" name="下箭头 25"/>
            <p:cNvSpPr/>
            <p:nvPr>
              <p:custDataLst>
                <p:tags r:id="rId32"/>
              </p:custDataLst>
            </p:nvPr>
          </p:nvSpPr>
          <p:spPr>
            <a:xfrm>
              <a:off x="14135" y="5632"/>
              <a:ext cx="1091" cy="359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7" name="文本框 26"/>
            <p:cNvSpPr txBox="1"/>
            <p:nvPr>
              <p:custDataLst>
                <p:tags r:id="rId33"/>
              </p:custDataLst>
            </p:nvPr>
          </p:nvSpPr>
          <p:spPr>
            <a:xfrm>
              <a:off x="10722" y="4871"/>
              <a:ext cx="1640" cy="7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latin typeface="楷体" charset="0"/>
                  <a:ea typeface="楷体" charset="0"/>
                </a:rPr>
                <a:t>Fixed</a:t>
              </a:r>
              <a:endParaRPr lang="en-US" altLang="zh-CN" sz="1600">
                <a:latin typeface="楷体" charset="0"/>
                <a:ea typeface="楷体" charset="0"/>
              </a:endParaRPr>
            </a:p>
          </p:txBody>
        </p:sp>
        <p:sp>
          <p:nvSpPr>
            <p:cNvPr id="28" name="文本框 27"/>
            <p:cNvSpPr txBox="1"/>
            <p:nvPr>
              <p:custDataLst>
                <p:tags r:id="rId34"/>
              </p:custDataLst>
            </p:nvPr>
          </p:nvSpPr>
          <p:spPr>
            <a:xfrm>
              <a:off x="13495" y="4870"/>
              <a:ext cx="2387" cy="7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>
                  <a:latin typeface="楷体" charset="0"/>
                  <a:ea typeface="楷体" charset="0"/>
                </a:rPr>
                <a:t>Trainable</a:t>
              </a:r>
              <a:endParaRPr lang="zh-CN" altLang="en-US" sz="1600">
                <a:latin typeface="楷体" charset="0"/>
                <a:ea typeface="楷体" charset="0"/>
              </a:endParaRPr>
            </a:p>
          </p:txBody>
        </p:sp>
      </p:grpSp>
      <p:sp>
        <p:nvSpPr>
          <p:cNvPr id="30" name="椭圆形标注 29"/>
          <p:cNvSpPr/>
          <p:nvPr>
            <p:custDataLst>
              <p:tags r:id="rId35"/>
            </p:custDataLst>
          </p:nvPr>
        </p:nvSpPr>
        <p:spPr>
          <a:xfrm>
            <a:off x="5640070" y="2094230"/>
            <a:ext cx="3869055" cy="2432685"/>
          </a:xfrm>
          <a:prstGeom prst="wedgeEllipseCallout">
            <a:avLst>
              <a:gd name="adj1" fmla="val -95002"/>
              <a:gd name="adj2" fmla="val 7243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7114540" y="1845945"/>
            <a:ext cx="3671570" cy="3671570"/>
          </a:xfrm>
          <a:prstGeom prst="rect">
            <a:avLst/>
          </a:prstGeom>
          <a:noFill/>
          <a:ln w="25400" cap="flat" cmpd="sng">
            <a:solidFill>
              <a:srgbClr val="FF0000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2012950" y="1845945"/>
            <a:ext cx="3671570" cy="3671570"/>
          </a:xfrm>
          <a:prstGeom prst="rect">
            <a:avLst/>
          </a:prstGeom>
          <a:noFill/>
          <a:ln w="25400" cap="flat" cmpd="sng">
            <a:solidFill>
              <a:srgbClr val="FF0000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1455420" y="1440815"/>
            <a:ext cx="2367280" cy="236728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3669665" y="883920"/>
            <a:ext cx="2367280" cy="236728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矩形 30"/>
          <p:cNvSpPr/>
          <p:nvPr/>
        </p:nvSpPr>
        <p:spPr>
          <a:xfrm>
            <a:off x="935990" y="3449320"/>
            <a:ext cx="2595245" cy="2595245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矩形 31"/>
          <p:cNvSpPr/>
          <p:nvPr/>
        </p:nvSpPr>
        <p:spPr>
          <a:xfrm>
            <a:off x="2874645" y="4464685"/>
            <a:ext cx="1948815" cy="1948815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 1"/>
          <p:cNvSpPr/>
          <p:nvPr/>
        </p:nvSpPr>
        <p:spPr>
          <a:xfrm>
            <a:off x="859790" y="1406525"/>
            <a:ext cx="4367530" cy="4408805"/>
          </a:xfrm>
          <a:custGeom>
            <a:avLst/>
            <a:gdLst>
              <a:gd name="connisteX0" fmla="*/ 403366 w 3683963"/>
              <a:gd name="connsiteY0" fmla="*/ 987038 h 3719101"/>
              <a:gd name="connisteX1" fmla="*/ 1473341 w 3683963"/>
              <a:gd name="connsiteY1" fmla="*/ 1197223 h 3719101"/>
              <a:gd name="connisteX2" fmla="*/ 1824496 w 3683963"/>
              <a:gd name="connsiteY2" fmla="*/ 4693 h 3719101"/>
              <a:gd name="connisteX3" fmla="*/ 3683776 w 3683963"/>
              <a:gd name="connsiteY3" fmla="*/ 1618863 h 3719101"/>
              <a:gd name="connisteX4" fmla="*/ 1912126 w 3683963"/>
              <a:gd name="connsiteY4" fmla="*/ 3478143 h 3719101"/>
              <a:gd name="connisteX5" fmla="*/ 982486 w 3683963"/>
              <a:gd name="connsiteY5" fmla="*/ 3214618 h 3719101"/>
              <a:gd name="connisteX6" fmla="*/ 141 w 3683963"/>
              <a:gd name="connsiteY6" fmla="*/ 3688328 h 3719101"/>
              <a:gd name="connisteX7" fmla="*/ 1035191 w 3683963"/>
              <a:gd name="connsiteY7" fmla="*/ 2355463 h 3719101"/>
              <a:gd name="connisteX8" fmla="*/ 403366 w 3683963"/>
              <a:gd name="connsiteY8" fmla="*/ 987038 h 3719101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l" t="t" r="r" b="b"/>
            <a:pathLst>
              <a:path w="3683964" h="3719101">
                <a:moveTo>
                  <a:pt x="403366" y="987038"/>
                </a:moveTo>
                <a:cubicBezTo>
                  <a:pt x="490996" y="755263"/>
                  <a:pt x="1188861" y="1393438"/>
                  <a:pt x="1473341" y="1197223"/>
                </a:cubicBezTo>
                <a:cubicBezTo>
                  <a:pt x="1757821" y="1001008"/>
                  <a:pt x="1382536" y="-79762"/>
                  <a:pt x="1824496" y="4693"/>
                </a:cubicBezTo>
                <a:cubicBezTo>
                  <a:pt x="2266456" y="89148"/>
                  <a:pt x="3665996" y="924173"/>
                  <a:pt x="3683776" y="1618863"/>
                </a:cubicBezTo>
                <a:cubicBezTo>
                  <a:pt x="3701556" y="2313553"/>
                  <a:pt x="2452511" y="3158738"/>
                  <a:pt x="1912126" y="3478143"/>
                </a:cubicBezTo>
                <a:cubicBezTo>
                  <a:pt x="1371741" y="3797548"/>
                  <a:pt x="1364756" y="3172708"/>
                  <a:pt x="982486" y="3214618"/>
                </a:cubicBezTo>
                <a:cubicBezTo>
                  <a:pt x="600216" y="3256528"/>
                  <a:pt x="-10654" y="3860413"/>
                  <a:pt x="141" y="3688328"/>
                </a:cubicBezTo>
                <a:cubicBezTo>
                  <a:pt x="10936" y="3516243"/>
                  <a:pt x="954546" y="2895848"/>
                  <a:pt x="1035191" y="2355463"/>
                </a:cubicBezTo>
                <a:cubicBezTo>
                  <a:pt x="1115836" y="1815078"/>
                  <a:pt x="315736" y="1218813"/>
                  <a:pt x="403366" y="987038"/>
                </a:cubicBezTo>
                <a:close/>
              </a:path>
            </a:pathLst>
          </a:custGeom>
          <a:noFill/>
          <a:ln w="25400">
            <a:solidFill>
              <a:srgbClr val="FF0000">
                <a:alpha val="50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任意多边形 3"/>
          <p:cNvSpPr/>
          <p:nvPr/>
        </p:nvSpPr>
        <p:spPr>
          <a:xfrm>
            <a:off x="7075170" y="1406525"/>
            <a:ext cx="4367530" cy="4408805"/>
          </a:xfrm>
          <a:custGeom>
            <a:avLst/>
            <a:gdLst>
              <a:gd name="connisteX0" fmla="*/ 403366 w 3683963"/>
              <a:gd name="connsiteY0" fmla="*/ 987038 h 3719101"/>
              <a:gd name="connisteX1" fmla="*/ 1473341 w 3683963"/>
              <a:gd name="connsiteY1" fmla="*/ 1197223 h 3719101"/>
              <a:gd name="connisteX2" fmla="*/ 1824496 w 3683963"/>
              <a:gd name="connsiteY2" fmla="*/ 4693 h 3719101"/>
              <a:gd name="connisteX3" fmla="*/ 3683776 w 3683963"/>
              <a:gd name="connsiteY3" fmla="*/ 1618863 h 3719101"/>
              <a:gd name="connisteX4" fmla="*/ 1912126 w 3683963"/>
              <a:gd name="connsiteY4" fmla="*/ 3478143 h 3719101"/>
              <a:gd name="connisteX5" fmla="*/ 982486 w 3683963"/>
              <a:gd name="connsiteY5" fmla="*/ 3214618 h 3719101"/>
              <a:gd name="connisteX6" fmla="*/ 141 w 3683963"/>
              <a:gd name="connsiteY6" fmla="*/ 3688328 h 3719101"/>
              <a:gd name="connisteX7" fmla="*/ 1035191 w 3683963"/>
              <a:gd name="connsiteY7" fmla="*/ 2355463 h 3719101"/>
              <a:gd name="connisteX8" fmla="*/ 403366 w 3683963"/>
              <a:gd name="connsiteY8" fmla="*/ 987038 h 3719101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l" t="t" r="r" b="b"/>
            <a:pathLst>
              <a:path w="3683964" h="3719101">
                <a:moveTo>
                  <a:pt x="403366" y="987038"/>
                </a:moveTo>
                <a:cubicBezTo>
                  <a:pt x="490996" y="755263"/>
                  <a:pt x="1188861" y="1393438"/>
                  <a:pt x="1473341" y="1197223"/>
                </a:cubicBezTo>
                <a:cubicBezTo>
                  <a:pt x="1757821" y="1001008"/>
                  <a:pt x="1382536" y="-79762"/>
                  <a:pt x="1824496" y="4693"/>
                </a:cubicBezTo>
                <a:cubicBezTo>
                  <a:pt x="2266456" y="89148"/>
                  <a:pt x="3665996" y="924173"/>
                  <a:pt x="3683776" y="1618863"/>
                </a:cubicBezTo>
                <a:cubicBezTo>
                  <a:pt x="3701556" y="2313553"/>
                  <a:pt x="2452511" y="3158738"/>
                  <a:pt x="1912126" y="3478143"/>
                </a:cubicBezTo>
                <a:cubicBezTo>
                  <a:pt x="1371741" y="3797548"/>
                  <a:pt x="1364756" y="3172708"/>
                  <a:pt x="982486" y="3214618"/>
                </a:cubicBezTo>
                <a:cubicBezTo>
                  <a:pt x="600216" y="3256528"/>
                  <a:pt x="-10654" y="3860413"/>
                  <a:pt x="141" y="3688328"/>
                </a:cubicBezTo>
                <a:cubicBezTo>
                  <a:pt x="10936" y="3516243"/>
                  <a:pt x="954546" y="2895848"/>
                  <a:pt x="1035191" y="2355463"/>
                </a:cubicBezTo>
                <a:cubicBezTo>
                  <a:pt x="1115836" y="1815078"/>
                  <a:pt x="315736" y="1218813"/>
                  <a:pt x="403366" y="987038"/>
                </a:cubicBezTo>
                <a:close/>
              </a:path>
            </a:pathLst>
          </a:custGeom>
          <a:noFill/>
          <a:ln w="25400">
            <a:solidFill>
              <a:srgbClr val="FF0000">
                <a:alpha val="50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2386330" y="1212850"/>
            <a:ext cx="2367280" cy="2367280"/>
          </a:xfrm>
          <a:prstGeom prst="rect">
            <a:avLst/>
          </a:prstGeom>
          <a:solidFill>
            <a:srgbClr val="FFC000">
              <a:alpha val="3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3285490" y="2427605"/>
            <a:ext cx="2367280" cy="2367280"/>
          </a:xfrm>
          <a:prstGeom prst="rect">
            <a:avLst/>
          </a:prstGeom>
          <a:solidFill>
            <a:srgbClr val="FFFF00">
              <a:alpha val="3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1859915" y="3448050"/>
            <a:ext cx="2367280" cy="2367280"/>
          </a:xfrm>
          <a:prstGeom prst="rect">
            <a:avLst/>
          </a:prstGeom>
          <a:solidFill>
            <a:srgbClr val="92D050">
              <a:alpha val="3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633095" y="4434840"/>
            <a:ext cx="1753235" cy="1753235"/>
          </a:xfrm>
          <a:prstGeom prst="rect">
            <a:avLst/>
          </a:prstGeom>
          <a:solidFill>
            <a:srgbClr val="00B050">
              <a:alpha val="3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矩形 11"/>
          <p:cNvSpPr/>
          <p:nvPr/>
        </p:nvSpPr>
        <p:spPr>
          <a:xfrm>
            <a:off x="1111250" y="2264410"/>
            <a:ext cx="1753235" cy="1753235"/>
          </a:xfrm>
          <a:prstGeom prst="rect">
            <a:avLst/>
          </a:prstGeom>
          <a:solidFill>
            <a:srgbClr val="00B0F0">
              <a:alpha val="3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椭圆 12"/>
          <p:cNvSpPr/>
          <p:nvPr/>
        </p:nvSpPr>
        <p:spPr>
          <a:xfrm>
            <a:off x="9422130" y="2200275"/>
            <a:ext cx="2245360" cy="2245360"/>
          </a:xfrm>
          <a:prstGeom prst="ellipse">
            <a:avLst/>
          </a:prstGeom>
          <a:solidFill>
            <a:srgbClr val="FFFF00">
              <a:alpha val="3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椭圆 13"/>
          <p:cNvSpPr/>
          <p:nvPr/>
        </p:nvSpPr>
        <p:spPr>
          <a:xfrm>
            <a:off x="8847455" y="1044575"/>
            <a:ext cx="1929130" cy="1929130"/>
          </a:xfrm>
          <a:prstGeom prst="ellipse">
            <a:avLst/>
          </a:prstGeom>
          <a:solidFill>
            <a:srgbClr val="FFC000">
              <a:alpha val="3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椭圆 14"/>
          <p:cNvSpPr/>
          <p:nvPr/>
        </p:nvSpPr>
        <p:spPr>
          <a:xfrm>
            <a:off x="7188835" y="2018030"/>
            <a:ext cx="2609850" cy="2609850"/>
          </a:xfrm>
          <a:prstGeom prst="ellipse">
            <a:avLst/>
          </a:prstGeom>
          <a:solidFill>
            <a:srgbClr val="00B0F0">
              <a:alpha val="3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椭圆 15"/>
          <p:cNvSpPr/>
          <p:nvPr/>
        </p:nvSpPr>
        <p:spPr>
          <a:xfrm>
            <a:off x="8385810" y="3448050"/>
            <a:ext cx="2609850" cy="2609850"/>
          </a:xfrm>
          <a:prstGeom prst="ellipse">
            <a:avLst/>
          </a:prstGeom>
          <a:solidFill>
            <a:srgbClr val="92D050">
              <a:alpha val="3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椭圆 16"/>
          <p:cNvSpPr/>
          <p:nvPr/>
        </p:nvSpPr>
        <p:spPr>
          <a:xfrm>
            <a:off x="6667500" y="4017645"/>
            <a:ext cx="2171065" cy="2171065"/>
          </a:xfrm>
          <a:prstGeom prst="ellipse">
            <a:avLst/>
          </a:prstGeom>
          <a:solidFill>
            <a:srgbClr val="00B050">
              <a:alpha val="3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组合 71"/>
          <p:cNvGrpSpPr/>
          <p:nvPr/>
        </p:nvGrpSpPr>
        <p:grpSpPr>
          <a:xfrm>
            <a:off x="741045" y="1240155"/>
            <a:ext cx="4377690" cy="4408170"/>
            <a:chOff x="5585" y="1779"/>
            <a:chExt cx="6894" cy="6942"/>
          </a:xfrm>
        </p:grpSpPr>
        <p:sp>
          <p:nvSpPr>
            <p:cNvPr id="4" name="任意多边形 3"/>
            <p:cNvSpPr/>
            <p:nvPr/>
          </p:nvSpPr>
          <p:spPr>
            <a:xfrm>
              <a:off x="5601" y="1779"/>
              <a:ext cx="6878" cy="6943"/>
            </a:xfrm>
            <a:custGeom>
              <a:avLst/>
              <a:gdLst>
                <a:gd name="connisteX0" fmla="*/ 403366 w 3683963"/>
                <a:gd name="connsiteY0" fmla="*/ 987038 h 3719101"/>
                <a:gd name="connisteX1" fmla="*/ 1473341 w 3683963"/>
                <a:gd name="connsiteY1" fmla="*/ 1197223 h 3719101"/>
                <a:gd name="connisteX2" fmla="*/ 1824496 w 3683963"/>
                <a:gd name="connsiteY2" fmla="*/ 4693 h 3719101"/>
                <a:gd name="connisteX3" fmla="*/ 3683776 w 3683963"/>
                <a:gd name="connsiteY3" fmla="*/ 1618863 h 3719101"/>
                <a:gd name="connisteX4" fmla="*/ 1912126 w 3683963"/>
                <a:gd name="connsiteY4" fmla="*/ 3478143 h 3719101"/>
                <a:gd name="connisteX5" fmla="*/ 982486 w 3683963"/>
                <a:gd name="connsiteY5" fmla="*/ 3214618 h 3719101"/>
                <a:gd name="connisteX6" fmla="*/ 141 w 3683963"/>
                <a:gd name="connsiteY6" fmla="*/ 3688328 h 3719101"/>
                <a:gd name="connisteX7" fmla="*/ 1035191 w 3683963"/>
                <a:gd name="connsiteY7" fmla="*/ 2355463 h 3719101"/>
                <a:gd name="connisteX8" fmla="*/ 403366 w 3683963"/>
                <a:gd name="connsiteY8" fmla="*/ 987038 h 3719101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</a:cxnLst>
              <a:rect l="l" t="t" r="r" b="b"/>
              <a:pathLst>
                <a:path w="3683964" h="3719101">
                  <a:moveTo>
                    <a:pt x="403366" y="987038"/>
                  </a:moveTo>
                  <a:cubicBezTo>
                    <a:pt x="490996" y="755263"/>
                    <a:pt x="1188861" y="1393438"/>
                    <a:pt x="1473341" y="1197223"/>
                  </a:cubicBezTo>
                  <a:cubicBezTo>
                    <a:pt x="1757821" y="1001008"/>
                    <a:pt x="1382536" y="-79762"/>
                    <a:pt x="1824496" y="4693"/>
                  </a:cubicBezTo>
                  <a:cubicBezTo>
                    <a:pt x="2266456" y="89148"/>
                    <a:pt x="3665996" y="924173"/>
                    <a:pt x="3683776" y="1618863"/>
                  </a:cubicBezTo>
                  <a:cubicBezTo>
                    <a:pt x="3701556" y="2313553"/>
                    <a:pt x="2452511" y="3158738"/>
                    <a:pt x="1912126" y="3478143"/>
                  </a:cubicBezTo>
                  <a:cubicBezTo>
                    <a:pt x="1371741" y="3797548"/>
                    <a:pt x="1364756" y="3172708"/>
                    <a:pt x="982486" y="3214618"/>
                  </a:cubicBezTo>
                  <a:cubicBezTo>
                    <a:pt x="600216" y="3256528"/>
                    <a:pt x="-10654" y="3860413"/>
                    <a:pt x="141" y="3688328"/>
                  </a:cubicBezTo>
                  <a:cubicBezTo>
                    <a:pt x="10936" y="3516243"/>
                    <a:pt x="954546" y="2895848"/>
                    <a:pt x="1035191" y="2355463"/>
                  </a:cubicBezTo>
                  <a:cubicBezTo>
                    <a:pt x="1115836" y="1815078"/>
                    <a:pt x="315736" y="1218813"/>
                    <a:pt x="403366" y="987038"/>
                  </a:cubicBezTo>
                  <a:close/>
                </a:path>
              </a:pathLst>
            </a:custGeom>
            <a:noFill/>
            <a:ln w="25400">
              <a:solidFill>
                <a:srgbClr val="FF0000">
                  <a:alpha val="50000"/>
                </a:srgb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cxnSp>
          <p:nvCxnSpPr>
            <p:cNvPr id="3" name="直接连接符 2"/>
            <p:cNvCxnSpPr/>
            <p:nvPr/>
          </p:nvCxnSpPr>
          <p:spPr>
            <a:xfrm>
              <a:off x="6520" y="7683"/>
              <a:ext cx="221" cy="377"/>
            </a:xfrm>
            <a:prstGeom prst="line">
              <a:avLst/>
            </a:prstGeom>
            <a:ln w="19050"/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" name="直接连接符 4"/>
            <p:cNvCxnSpPr/>
            <p:nvPr/>
          </p:nvCxnSpPr>
          <p:spPr>
            <a:xfrm>
              <a:off x="7534" y="6176"/>
              <a:ext cx="193" cy="1646"/>
            </a:xfrm>
            <a:prstGeom prst="line">
              <a:avLst/>
            </a:prstGeom>
            <a:ln w="19050"/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" name="直接连接符 5"/>
            <p:cNvCxnSpPr/>
            <p:nvPr/>
          </p:nvCxnSpPr>
          <p:spPr>
            <a:xfrm flipH="1">
              <a:off x="7083" y="3949"/>
              <a:ext cx="453" cy="925"/>
            </a:xfrm>
            <a:prstGeom prst="line">
              <a:avLst/>
            </a:prstGeom>
            <a:ln w="19050"/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8" name="直接连接符 7"/>
            <p:cNvCxnSpPr/>
            <p:nvPr/>
          </p:nvCxnSpPr>
          <p:spPr>
            <a:xfrm flipH="1">
              <a:off x="7534" y="4014"/>
              <a:ext cx="818" cy="2162"/>
            </a:xfrm>
            <a:prstGeom prst="line">
              <a:avLst/>
            </a:prstGeom>
            <a:ln w="19050"/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8" name="直接连接符 27"/>
            <p:cNvCxnSpPr>
              <a:stCxn id="4" idx="1"/>
            </p:cNvCxnSpPr>
            <p:nvPr/>
          </p:nvCxnSpPr>
          <p:spPr>
            <a:xfrm>
              <a:off x="8352" y="4014"/>
              <a:ext cx="1292" cy="947"/>
            </a:xfrm>
            <a:prstGeom prst="line">
              <a:avLst/>
            </a:prstGeom>
            <a:ln w="19050"/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9" name="直接连接符 28"/>
            <p:cNvCxnSpPr/>
            <p:nvPr/>
          </p:nvCxnSpPr>
          <p:spPr>
            <a:xfrm>
              <a:off x="10195" y="2325"/>
              <a:ext cx="147" cy="1667"/>
            </a:xfrm>
            <a:prstGeom prst="line">
              <a:avLst/>
            </a:prstGeom>
            <a:ln w="19050"/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0" name="直接连接符 29"/>
            <p:cNvCxnSpPr/>
            <p:nvPr/>
          </p:nvCxnSpPr>
          <p:spPr>
            <a:xfrm flipH="1">
              <a:off x="10364" y="3281"/>
              <a:ext cx="1160" cy="706"/>
            </a:xfrm>
            <a:prstGeom prst="line">
              <a:avLst/>
            </a:prstGeom>
            <a:ln w="19050"/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1" name="直接连接符 30"/>
            <p:cNvCxnSpPr>
              <a:endCxn id="4" idx="1"/>
            </p:cNvCxnSpPr>
            <p:nvPr/>
          </p:nvCxnSpPr>
          <p:spPr>
            <a:xfrm flipH="1">
              <a:off x="8352" y="2320"/>
              <a:ext cx="1843" cy="1694"/>
            </a:xfrm>
            <a:prstGeom prst="line">
              <a:avLst/>
            </a:prstGeom>
            <a:ln w="19050"/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2" name="直接连接符 31"/>
            <p:cNvCxnSpPr/>
            <p:nvPr/>
          </p:nvCxnSpPr>
          <p:spPr>
            <a:xfrm>
              <a:off x="7577" y="6147"/>
              <a:ext cx="1560" cy="294"/>
            </a:xfrm>
            <a:prstGeom prst="line">
              <a:avLst/>
            </a:prstGeom>
            <a:ln w="19050"/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3" name="直接连接符 32"/>
            <p:cNvCxnSpPr/>
            <p:nvPr/>
          </p:nvCxnSpPr>
          <p:spPr>
            <a:xfrm>
              <a:off x="10977" y="5166"/>
              <a:ext cx="0" cy="1813"/>
            </a:xfrm>
            <a:prstGeom prst="line">
              <a:avLst/>
            </a:prstGeom>
            <a:ln w="19050"/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4" name="直接连接符 33"/>
            <p:cNvCxnSpPr/>
            <p:nvPr/>
          </p:nvCxnSpPr>
          <p:spPr>
            <a:xfrm flipH="1">
              <a:off x="9630" y="3974"/>
              <a:ext cx="734" cy="1000"/>
            </a:xfrm>
            <a:prstGeom prst="line">
              <a:avLst/>
            </a:prstGeom>
            <a:ln w="19050"/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5" name="直接连接符 34"/>
            <p:cNvCxnSpPr/>
            <p:nvPr/>
          </p:nvCxnSpPr>
          <p:spPr>
            <a:xfrm flipV="1">
              <a:off x="9124" y="4974"/>
              <a:ext cx="520" cy="1467"/>
            </a:xfrm>
            <a:prstGeom prst="line">
              <a:avLst/>
            </a:prstGeom>
            <a:ln w="19050"/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6" name="直接连接符 35"/>
            <p:cNvCxnSpPr/>
            <p:nvPr/>
          </p:nvCxnSpPr>
          <p:spPr>
            <a:xfrm>
              <a:off x="9145" y="6446"/>
              <a:ext cx="0" cy="1840"/>
            </a:xfrm>
            <a:prstGeom prst="line">
              <a:avLst/>
            </a:prstGeom>
            <a:ln w="19050"/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7" name="直接连接符 36"/>
            <p:cNvCxnSpPr>
              <a:stCxn id="42" idx="2"/>
            </p:cNvCxnSpPr>
            <p:nvPr/>
          </p:nvCxnSpPr>
          <p:spPr>
            <a:xfrm>
              <a:off x="10353" y="3999"/>
              <a:ext cx="626" cy="1160"/>
            </a:xfrm>
            <a:prstGeom prst="line">
              <a:avLst/>
            </a:prstGeom>
            <a:ln w="19050"/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8" name="直接连接符 37"/>
            <p:cNvCxnSpPr>
              <a:endCxn id="4" idx="3"/>
            </p:cNvCxnSpPr>
            <p:nvPr/>
          </p:nvCxnSpPr>
          <p:spPr>
            <a:xfrm flipV="1">
              <a:off x="10946" y="4801"/>
              <a:ext cx="1533" cy="364"/>
            </a:xfrm>
            <a:prstGeom prst="line">
              <a:avLst/>
            </a:prstGeom>
            <a:ln w="19050"/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9" name="直接连接符 38"/>
            <p:cNvCxnSpPr/>
            <p:nvPr/>
          </p:nvCxnSpPr>
          <p:spPr>
            <a:xfrm flipV="1">
              <a:off x="9150" y="5924"/>
              <a:ext cx="1840" cy="522"/>
            </a:xfrm>
            <a:prstGeom prst="line">
              <a:avLst/>
            </a:prstGeom>
            <a:ln w="19050"/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2" name="任意多边形 41"/>
            <p:cNvSpPr/>
            <p:nvPr/>
          </p:nvSpPr>
          <p:spPr>
            <a:xfrm>
              <a:off x="8366" y="2319"/>
              <a:ext cx="1987" cy="2627"/>
            </a:xfrm>
            <a:custGeom>
              <a:avLst/>
              <a:gdLst>
                <a:gd name="connisteX0" fmla="*/ 0 w 1261745"/>
                <a:gd name="connsiteY0" fmla="*/ 1083945 h 1668145"/>
                <a:gd name="connisteX1" fmla="*/ 1168400 w 1261745"/>
                <a:gd name="connsiteY1" fmla="*/ 0 h 1668145"/>
                <a:gd name="connisteX2" fmla="*/ 1261745 w 1261745"/>
                <a:gd name="connsiteY2" fmla="*/ 1066800 h 1668145"/>
                <a:gd name="connisteX3" fmla="*/ 812800 w 1261745"/>
                <a:gd name="connsiteY3" fmla="*/ 1668145 h 1668145"/>
                <a:gd name="connisteX4" fmla="*/ 0 w 1261745"/>
                <a:gd name="connsiteY4" fmla="*/ 1083945 h 166814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1261745" h="1668145">
                  <a:moveTo>
                    <a:pt x="0" y="1083945"/>
                  </a:moveTo>
                  <a:lnTo>
                    <a:pt x="1168400" y="0"/>
                  </a:lnTo>
                  <a:lnTo>
                    <a:pt x="1261745" y="1066800"/>
                  </a:lnTo>
                  <a:lnTo>
                    <a:pt x="812800" y="1668145"/>
                  </a:lnTo>
                  <a:lnTo>
                    <a:pt x="0" y="1083945"/>
                  </a:lnTo>
                  <a:close/>
                </a:path>
              </a:pathLst>
            </a:custGeom>
            <a:solidFill>
              <a:srgbClr val="FF33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5" name="任意多边形 44"/>
            <p:cNvSpPr/>
            <p:nvPr/>
          </p:nvSpPr>
          <p:spPr>
            <a:xfrm>
              <a:off x="6349" y="3542"/>
              <a:ext cx="1203" cy="1344"/>
            </a:xfrm>
            <a:custGeom>
              <a:avLst/>
              <a:gdLst>
                <a:gd name="connisteX0" fmla="*/ 467950 w 763860"/>
                <a:gd name="connsiteY0" fmla="*/ 853233 h 853233"/>
                <a:gd name="connisteX1" fmla="*/ 69805 w 763860"/>
                <a:gd name="connsiteY1" fmla="*/ 302688 h 853233"/>
                <a:gd name="connisteX2" fmla="*/ 2495 w 763860"/>
                <a:gd name="connsiteY2" fmla="*/ 82978 h 853233"/>
                <a:gd name="connisteX3" fmla="*/ 61550 w 763860"/>
                <a:gd name="connsiteY3" fmla="*/ 6778 h 853233"/>
                <a:gd name="connisteX4" fmla="*/ 171405 w 763860"/>
                <a:gd name="connsiteY4" fmla="*/ 15033 h 853233"/>
                <a:gd name="connisteX5" fmla="*/ 357460 w 763860"/>
                <a:gd name="connsiteY5" fmla="*/ 74088 h 853233"/>
                <a:gd name="connisteX6" fmla="*/ 763860 w 763860"/>
                <a:gd name="connsiteY6" fmla="*/ 260778 h 853233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</a:cxnLst>
              <a:rect l="l" t="t" r="r" b="b"/>
              <a:pathLst>
                <a:path w="763860" h="853233">
                  <a:moveTo>
                    <a:pt x="467950" y="853233"/>
                  </a:moveTo>
                  <a:cubicBezTo>
                    <a:pt x="389845" y="747823"/>
                    <a:pt x="163150" y="456993"/>
                    <a:pt x="69805" y="302688"/>
                  </a:cubicBezTo>
                  <a:cubicBezTo>
                    <a:pt x="-23540" y="148383"/>
                    <a:pt x="4400" y="142033"/>
                    <a:pt x="2495" y="82978"/>
                  </a:cubicBezTo>
                  <a:cubicBezTo>
                    <a:pt x="590" y="23923"/>
                    <a:pt x="27895" y="20113"/>
                    <a:pt x="61550" y="6778"/>
                  </a:cubicBezTo>
                  <a:cubicBezTo>
                    <a:pt x="95205" y="-6557"/>
                    <a:pt x="112350" y="1698"/>
                    <a:pt x="171405" y="15033"/>
                  </a:cubicBezTo>
                  <a:cubicBezTo>
                    <a:pt x="230460" y="28368"/>
                    <a:pt x="238715" y="25193"/>
                    <a:pt x="357460" y="74088"/>
                  </a:cubicBezTo>
                  <a:cubicBezTo>
                    <a:pt x="476205" y="122983"/>
                    <a:pt x="686390" y="224583"/>
                    <a:pt x="763860" y="260778"/>
                  </a:cubicBezTo>
                </a:path>
              </a:pathLst>
            </a:custGeom>
            <a:solidFill>
              <a:schemeClr val="accent5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6" name="任意多边形 55"/>
            <p:cNvSpPr/>
            <p:nvPr/>
          </p:nvSpPr>
          <p:spPr>
            <a:xfrm>
              <a:off x="7079" y="3965"/>
              <a:ext cx="1255" cy="2193"/>
            </a:xfrm>
            <a:custGeom>
              <a:avLst/>
              <a:gdLst>
                <a:gd name="connsiteX0" fmla="*/ 453 w 1255"/>
                <a:gd name="connsiteY0" fmla="*/ 0 h 2193"/>
                <a:gd name="connsiteX1" fmla="*/ 746 w 1255"/>
                <a:gd name="connsiteY1" fmla="*/ 94 h 2193"/>
                <a:gd name="connsiteX2" fmla="*/ 1013 w 1255"/>
                <a:gd name="connsiteY2" fmla="*/ 134 h 2193"/>
                <a:gd name="connsiteX3" fmla="*/ 1200 w 1255"/>
                <a:gd name="connsiteY3" fmla="*/ 107 h 2193"/>
                <a:gd name="connsiteX4" fmla="*/ 1255 w 1255"/>
                <a:gd name="connsiteY4" fmla="*/ 93 h 2193"/>
                <a:gd name="connsiteX5" fmla="*/ 920 w 1255"/>
                <a:gd name="connsiteY5" fmla="*/ 1024 h 2193"/>
                <a:gd name="connsiteX6" fmla="*/ 480 w 1255"/>
                <a:gd name="connsiteY6" fmla="*/ 2193 h 2193"/>
                <a:gd name="connsiteX7" fmla="*/ 453 w 1255"/>
                <a:gd name="connsiteY7" fmla="*/ 1834 h 2193"/>
                <a:gd name="connsiteX8" fmla="*/ 333 w 1255"/>
                <a:gd name="connsiteY8" fmla="*/ 1503 h 2193"/>
                <a:gd name="connsiteX9" fmla="*/ 160 w 1255"/>
                <a:gd name="connsiteY9" fmla="*/ 1184 h 2193"/>
                <a:gd name="connsiteX10" fmla="*/ 0 w 1255"/>
                <a:gd name="connsiteY10" fmla="*/ 917 h 2193"/>
                <a:gd name="connsiteX11" fmla="*/ 453 w 1255"/>
                <a:gd name="connsiteY11" fmla="*/ 0 h 2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55" h="2193">
                  <a:moveTo>
                    <a:pt x="453" y="0"/>
                  </a:moveTo>
                  <a:cubicBezTo>
                    <a:pt x="814" y="107"/>
                    <a:pt x="634" y="67"/>
                    <a:pt x="746" y="94"/>
                  </a:cubicBezTo>
                  <a:cubicBezTo>
                    <a:pt x="858" y="121"/>
                    <a:pt x="922" y="131"/>
                    <a:pt x="1013" y="134"/>
                  </a:cubicBezTo>
                  <a:cubicBezTo>
                    <a:pt x="1104" y="137"/>
                    <a:pt x="1141" y="120"/>
                    <a:pt x="1200" y="107"/>
                  </a:cubicBezTo>
                  <a:cubicBezTo>
                    <a:pt x="1259" y="94"/>
                    <a:pt x="804" y="265"/>
                    <a:pt x="1255" y="93"/>
                  </a:cubicBezTo>
                  <a:cubicBezTo>
                    <a:pt x="1111" y="492"/>
                    <a:pt x="1085" y="598"/>
                    <a:pt x="920" y="1024"/>
                  </a:cubicBezTo>
                  <a:cubicBezTo>
                    <a:pt x="755" y="1450"/>
                    <a:pt x="588" y="1813"/>
                    <a:pt x="480" y="2193"/>
                  </a:cubicBezTo>
                  <a:cubicBezTo>
                    <a:pt x="468" y="1733"/>
                    <a:pt x="482" y="1972"/>
                    <a:pt x="453" y="1834"/>
                  </a:cubicBezTo>
                  <a:cubicBezTo>
                    <a:pt x="424" y="1695"/>
                    <a:pt x="392" y="1633"/>
                    <a:pt x="333" y="1503"/>
                  </a:cubicBezTo>
                  <a:cubicBezTo>
                    <a:pt x="274" y="1372"/>
                    <a:pt x="227" y="1300"/>
                    <a:pt x="160" y="1184"/>
                  </a:cubicBezTo>
                  <a:cubicBezTo>
                    <a:pt x="93" y="1067"/>
                    <a:pt x="188" y="1262"/>
                    <a:pt x="0" y="917"/>
                  </a:cubicBezTo>
                  <a:cubicBezTo>
                    <a:pt x="135" y="704"/>
                    <a:pt x="334" y="253"/>
                    <a:pt x="453" y="0"/>
                  </a:cubicBezTo>
                  <a:close/>
                </a:path>
              </a:pathLst>
            </a:custGeom>
            <a:solidFill>
              <a:srgbClr val="FF33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9" name="任意多边形 58"/>
            <p:cNvSpPr/>
            <p:nvPr/>
          </p:nvSpPr>
          <p:spPr>
            <a:xfrm>
              <a:off x="5585" y="7690"/>
              <a:ext cx="1147" cy="1028"/>
            </a:xfrm>
            <a:custGeom>
              <a:avLst/>
              <a:gdLst>
                <a:gd name="connsiteX0" fmla="*/ 934 w 1147"/>
                <a:gd name="connsiteY0" fmla="*/ 0 h 1028"/>
                <a:gd name="connsiteX1" fmla="*/ 641 w 1147"/>
                <a:gd name="connsiteY1" fmla="*/ 267 h 1028"/>
                <a:gd name="connsiteX2" fmla="*/ 427 w 1147"/>
                <a:gd name="connsiteY2" fmla="*/ 467 h 1028"/>
                <a:gd name="connsiteX3" fmla="*/ 241 w 1147"/>
                <a:gd name="connsiteY3" fmla="*/ 667 h 1028"/>
                <a:gd name="connsiteX4" fmla="*/ 81 w 1147"/>
                <a:gd name="connsiteY4" fmla="*/ 855 h 1028"/>
                <a:gd name="connsiteX5" fmla="*/ 14 w 1147"/>
                <a:gd name="connsiteY5" fmla="*/ 988 h 1028"/>
                <a:gd name="connsiteX6" fmla="*/ 14 w 1147"/>
                <a:gd name="connsiteY6" fmla="*/ 1028 h 1028"/>
                <a:gd name="connsiteX7" fmla="*/ 134 w 1147"/>
                <a:gd name="connsiteY7" fmla="*/ 1001 h 1028"/>
                <a:gd name="connsiteX8" fmla="*/ 227 w 1147"/>
                <a:gd name="connsiteY8" fmla="*/ 948 h 1028"/>
                <a:gd name="connsiteX9" fmla="*/ 427 w 1147"/>
                <a:gd name="connsiteY9" fmla="*/ 828 h 1028"/>
                <a:gd name="connsiteX10" fmla="*/ 787 w 1147"/>
                <a:gd name="connsiteY10" fmla="*/ 587 h 1028"/>
                <a:gd name="connsiteX11" fmla="*/ 1147 w 1147"/>
                <a:gd name="connsiteY11" fmla="*/ 360 h 1028"/>
                <a:gd name="connsiteX12" fmla="*/ 934 w 1147"/>
                <a:gd name="connsiteY12" fmla="*/ 0 h 1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7" h="1028">
                  <a:moveTo>
                    <a:pt x="934" y="0"/>
                  </a:moveTo>
                  <a:cubicBezTo>
                    <a:pt x="734" y="134"/>
                    <a:pt x="742" y="174"/>
                    <a:pt x="641" y="267"/>
                  </a:cubicBezTo>
                  <a:cubicBezTo>
                    <a:pt x="540" y="360"/>
                    <a:pt x="507" y="387"/>
                    <a:pt x="427" y="467"/>
                  </a:cubicBezTo>
                  <a:cubicBezTo>
                    <a:pt x="347" y="547"/>
                    <a:pt x="310" y="590"/>
                    <a:pt x="241" y="667"/>
                  </a:cubicBezTo>
                  <a:cubicBezTo>
                    <a:pt x="172" y="745"/>
                    <a:pt x="126" y="791"/>
                    <a:pt x="81" y="855"/>
                  </a:cubicBezTo>
                  <a:cubicBezTo>
                    <a:pt x="36" y="919"/>
                    <a:pt x="27" y="953"/>
                    <a:pt x="14" y="988"/>
                  </a:cubicBezTo>
                  <a:cubicBezTo>
                    <a:pt x="1" y="1023"/>
                    <a:pt x="-10" y="1025"/>
                    <a:pt x="14" y="1028"/>
                  </a:cubicBezTo>
                  <a:cubicBezTo>
                    <a:pt x="38" y="1031"/>
                    <a:pt x="91" y="1017"/>
                    <a:pt x="134" y="1001"/>
                  </a:cubicBezTo>
                  <a:cubicBezTo>
                    <a:pt x="177" y="985"/>
                    <a:pt x="168" y="983"/>
                    <a:pt x="227" y="948"/>
                  </a:cubicBezTo>
                  <a:cubicBezTo>
                    <a:pt x="286" y="913"/>
                    <a:pt x="315" y="900"/>
                    <a:pt x="427" y="828"/>
                  </a:cubicBezTo>
                  <a:cubicBezTo>
                    <a:pt x="539" y="756"/>
                    <a:pt x="643" y="680"/>
                    <a:pt x="787" y="587"/>
                  </a:cubicBezTo>
                  <a:cubicBezTo>
                    <a:pt x="931" y="494"/>
                    <a:pt x="908" y="534"/>
                    <a:pt x="1147" y="360"/>
                  </a:cubicBezTo>
                  <a:cubicBezTo>
                    <a:pt x="1015" y="120"/>
                    <a:pt x="1054" y="200"/>
                    <a:pt x="934" y="0"/>
                  </a:cubicBezTo>
                  <a:close/>
                </a:path>
              </a:pathLst>
            </a:custGeom>
            <a:solidFill>
              <a:srgbClr val="FF33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1" name="任意多边形 60"/>
            <p:cNvSpPr/>
            <p:nvPr/>
          </p:nvSpPr>
          <p:spPr>
            <a:xfrm>
              <a:off x="6520" y="6175"/>
              <a:ext cx="1200" cy="1877"/>
            </a:xfrm>
            <a:custGeom>
              <a:avLst/>
              <a:gdLst>
                <a:gd name="connsiteX0" fmla="*/ 1013 w 1200"/>
                <a:gd name="connsiteY0" fmla="*/ 0 h 1877"/>
                <a:gd name="connsiteX1" fmla="*/ 960 w 1200"/>
                <a:gd name="connsiteY1" fmla="*/ 266 h 1877"/>
                <a:gd name="connsiteX2" fmla="*/ 909 w 1200"/>
                <a:gd name="connsiteY2" fmla="*/ 384 h 1877"/>
                <a:gd name="connsiteX3" fmla="*/ 816 w 1200"/>
                <a:gd name="connsiteY3" fmla="*/ 517 h 1877"/>
                <a:gd name="connsiteX4" fmla="*/ 653 w 1200"/>
                <a:gd name="connsiteY4" fmla="*/ 759 h 1877"/>
                <a:gd name="connsiteX5" fmla="*/ 400 w 1200"/>
                <a:gd name="connsiteY5" fmla="*/ 1093 h 1877"/>
                <a:gd name="connsiteX6" fmla="*/ 187 w 1200"/>
                <a:gd name="connsiteY6" fmla="*/ 1319 h 1877"/>
                <a:gd name="connsiteX7" fmla="*/ 0 w 1200"/>
                <a:gd name="connsiteY7" fmla="*/ 1507 h 1877"/>
                <a:gd name="connsiteX8" fmla="*/ 229 w 1200"/>
                <a:gd name="connsiteY8" fmla="*/ 1877 h 1877"/>
                <a:gd name="connsiteX9" fmla="*/ 562 w 1200"/>
                <a:gd name="connsiteY9" fmla="*/ 1704 h 1877"/>
                <a:gd name="connsiteX10" fmla="*/ 882 w 1200"/>
                <a:gd name="connsiteY10" fmla="*/ 1597 h 1877"/>
                <a:gd name="connsiteX11" fmla="*/ 1200 w 1200"/>
                <a:gd name="connsiteY11" fmla="*/ 1627 h 1877"/>
                <a:gd name="connsiteX12" fmla="*/ 1013 w 1200"/>
                <a:gd name="connsiteY12" fmla="*/ 0 h 18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00" h="1877">
                  <a:moveTo>
                    <a:pt x="1013" y="0"/>
                  </a:moveTo>
                  <a:cubicBezTo>
                    <a:pt x="852" y="789"/>
                    <a:pt x="979" y="186"/>
                    <a:pt x="960" y="266"/>
                  </a:cubicBezTo>
                  <a:cubicBezTo>
                    <a:pt x="941" y="346"/>
                    <a:pt x="941" y="317"/>
                    <a:pt x="909" y="384"/>
                  </a:cubicBezTo>
                  <a:cubicBezTo>
                    <a:pt x="877" y="451"/>
                    <a:pt x="869" y="445"/>
                    <a:pt x="816" y="517"/>
                  </a:cubicBezTo>
                  <a:cubicBezTo>
                    <a:pt x="763" y="589"/>
                    <a:pt x="733" y="660"/>
                    <a:pt x="653" y="759"/>
                  </a:cubicBezTo>
                  <a:cubicBezTo>
                    <a:pt x="573" y="858"/>
                    <a:pt x="493" y="981"/>
                    <a:pt x="400" y="1093"/>
                  </a:cubicBezTo>
                  <a:cubicBezTo>
                    <a:pt x="307" y="1205"/>
                    <a:pt x="267" y="1236"/>
                    <a:pt x="187" y="1319"/>
                  </a:cubicBezTo>
                  <a:cubicBezTo>
                    <a:pt x="107" y="1402"/>
                    <a:pt x="426" y="1121"/>
                    <a:pt x="0" y="1507"/>
                  </a:cubicBezTo>
                  <a:cubicBezTo>
                    <a:pt x="199" y="1815"/>
                    <a:pt x="81" y="1637"/>
                    <a:pt x="229" y="1877"/>
                  </a:cubicBezTo>
                  <a:cubicBezTo>
                    <a:pt x="615" y="1704"/>
                    <a:pt x="431" y="1757"/>
                    <a:pt x="562" y="1704"/>
                  </a:cubicBezTo>
                  <a:cubicBezTo>
                    <a:pt x="693" y="1651"/>
                    <a:pt x="655" y="1623"/>
                    <a:pt x="882" y="1597"/>
                  </a:cubicBezTo>
                  <a:cubicBezTo>
                    <a:pt x="1109" y="1571"/>
                    <a:pt x="856" y="1544"/>
                    <a:pt x="1200" y="1627"/>
                  </a:cubicBezTo>
                  <a:cubicBezTo>
                    <a:pt x="1079" y="651"/>
                    <a:pt x="1106" y="1069"/>
                    <a:pt x="1013" y="0"/>
                  </a:cubicBezTo>
                  <a:close/>
                </a:path>
              </a:pathLst>
            </a:custGeom>
            <a:solidFill>
              <a:schemeClr val="accent5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2" name="任意多边形 61"/>
            <p:cNvSpPr/>
            <p:nvPr/>
          </p:nvSpPr>
          <p:spPr>
            <a:xfrm>
              <a:off x="7542" y="6158"/>
              <a:ext cx="1608" cy="2280"/>
            </a:xfrm>
            <a:custGeom>
              <a:avLst/>
              <a:gdLst>
                <a:gd name="connsiteX0" fmla="*/ 183 w 1608"/>
                <a:gd name="connsiteY0" fmla="*/ 1680 h 2280"/>
                <a:gd name="connsiteX1" fmla="*/ 369 w 1608"/>
                <a:gd name="connsiteY1" fmla="*/ 1760 h 2280"/>
                <a:gd name="connsiteX2" fmla="*/ 503 w 1608"/>
                <a:gd name="connsiteY2" fmla="*/ 1906 h 2280"/>
                <a:gd name="connsiteX3" fmla="*/ 703 w 1608"/>
                <a:gd name="connsiteY3" fmla="*/ 2106 h 2280"/>
                <a:gd name="connsiteX4" fmla="*/ 918 w 1608"/>
                <a:gd name="connsiteY4" fmla="*/ 2240 h 2280"/>
                <a:gd name="connsiteX5" fmla="*/ 1075 w 1608"/>
                <a:gd name="connsiteY5" fmla="*/ 2280 h 2280"/>
                <a:gd name="connsiteX6" fmla="*/ 1435 w 1608"/>
                <a:gd name="connsiteY6" fmla="*/ 2213 h 2280"/>
                <a:gd name="connsiteX7" fmla="*/ 1608 w 1608"/>
                <a:gd name="connsiteY7" fmla="*/ 2120 h 2280"/>
                <a:gd name="connsiteX8" fmla="*/ 1600 w 1608"/>
                <a:gd name="connsiteY8" fmla="*/ 293 h 2280"/>
                <a:gd name="connsiteX9" fmla="*/ 0 w 1608"/>
                <a:gd name="connsiteY9" fmla="*/ 0 h 2280"/>
                <a:gd name="connsiteX10" fmla="*/ 183 w 1608"/>
                <a:gd name="connsiteY10" fmla="*/ 1680 h 2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08" h="2280">
                  <a:moveTo>
                    <a:pt x="183" y="1680"/>
                  </a:moveTo>
                  <a:cubicBezTo>
                    <a:pt x="531" y="1853"/>
                    <a:pt x="305" y="1715"/>
                    <a:pt x="369" y="1760"/>
                  </a:cubicBezTo>
                  <a:cubicBezTo>
                    <a:pt x="433" y="1805"/>
                    <a:pt x="436" y="1837"/>
                    <a:pt x="503" y="1906"/>
                  </a:cubicBezTo>
                  <a:cubicBezTo>
                    <a:pt x="570" y="1975"/>
                    <a:pt x="623" y="2045"/>
                    <a:pt x="703" y="2106"/>
                  </a:cubicBezTo>
                  <a:cubicBezTo>
                    <a:pt x="783" y="2167"/>
                    <a:pt x="843" y="2205"/>
                    <a:pt x="918" y="2240"/>
                  </a:cubicBezTo>
                  <a:cubicBezTo>
                    <a:pt x="993" y="2275"/>
                    <a:pt x="968" y="2280"/>
                    <a:pt x="1075" y="2280"/>
                  </a:cubicBezTo>
                  <a:cubicBezTo>
                    <a:pt x="1182" y="2280"/>
                    <a:pt x="1328" y="2245"/>
                    <a:pt x="1435" y="2213"/>
                  </a:cubicBezTo>
                  <a:cubicBezTo>
                    <a:pt x="1542" y="2181"/>
                    <a:pt x="1211" y="2266"/>
                    <a:pt x="1608" y="2120"/>
                  </a:cubicBezTo>
                  <a:cubicBezTo>
                    <a:pt x="1598" y="1706"/>
                    <a:pt x="1591" y="1173"/>
                    <a:pt x="1600" y="293"/>
                  </a:cubicBezTo>
                  <a:cubicBezTo>
                    <a:pt x="636" y="107"/>
                    <a:pt x="708" y="134"/>
                    <a:pt x="0" y="0"/>
                  </a:cubicBezTo>
                  <a:cubicBezTo>
                    <a:pt x="122" y="1119"/>
                    <a:pt x="144" y="1306"/>
                    <a:pt x="183" y="1680"/>
                  </a:cubicBezTo>
                  <a:close/>
                </a:path>
              </a:pathLst>
            </a:custGeom>
            <a:solidFill>
              <a:srgbClr val="FF33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3" name="任意多边形 62"/>
            <p:cNvSpPr/>
            <p:nvPr/>
          </p:nvSpPr>
          <p:spPr>
            <a:xfrm>
              <a:off x="7569" y="4026"/>
              <a:ext cx="2066" cy="2400"/>
            </a:xfrm>
            <a:custGeom>
              <a:avLst/>
              <a:gdLst>
                <a:gd name="connsiteX0" fmla="*/ 800 w 2066"/>
                <a:gd name="connsiteY0" fmla="*/ 0 h 2400"/>
                <a:gd name="connsiteX1" fmla="*/ 0 w 2066"/>
                <a:gd name="connsiteY1" fmla="*/ 2107 h 2400"/>
                <a:gd name="connsiteX2" fmla="*/ 1560 w 2066"/>
                <a:gd name="connsiteY2" fmla="*/ 2400 h 2400"/>
                <a:gd name="connsiteX3" fmla="*/ 2066 w 2066"/>
                <a:gd name="connsiteY3" fmla="*/ 947 h 2400"/>
                <a:gd name="connsiteX4" fmla="*/ 800 w 2066"/>
                <a:gd name="connsiteY4" fmla="*/ 0 h 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66" h="2400">
                  <a:moveTo>
                    <a:pt x="800" y="0"/>
                  </a:moveTo>
                  <a:lnTo>
                    <a:pt x="0" y="2107"/>
                  </a:lnTo>
                  <a:lnTo>
                    <a:pt x="1560" y="2400"/>
                  </a:lnTo>
                  <a:lnTo>
                    <a:pt x="2066" y="947"/>
                  </a:lnTo>
                  <a:lnTo>
                    <a:pt x="800" y="0"/>
                  </a:lnTo>
                  <a:close/>
                </a:path>
              </a:pathLst>
            </a:custGeom>
            <a:solidFill>
              <a:schemeClr val="accent5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4" name="任意多边形 63"/>
            <p:cNvSpPr/>
            <p:nvPr/>
          </p:nvSpPr>
          <p:spPr>
            <a:xfrm>
              <a:off x="9169" y="4011"/>
              <a:ext cx="1813" cy="2414"/>
            </a:xfrm>
            <a:custGeom>
              <a:avLst/>
              <a:gdLst>
                <a:gd name="connsiteX0" fmla="*/ 0 w 1813"/>
                <a:gd name="connsiteY0" fmla="*/ 2414 h 2414"/>
                <a:gd name="connsiteX1" fmla="*/ 1813 w 1813"/>
                <a:gd name="connsiteY1" fmla="*/ 1894 h 2414"/>
                <a:gd name="connsiteX2" fmla="*/ 1786 w 1813"/>
                <a:gd name="connsiteY2" fmla="*/ 1120 h 2414"/>
                <a:gd name="connsiteX3" fmla="*/ 1173 w 1813"/>
                <a:gd name="connsiteY3" fmla="*/ 0 h 2414"/>
                <a:gd name="connsiteX4" fmla="*/ 493 w 1813"/>
                <a:gd name="connsiteY4" fmla="*/ 947 h 2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13" h="2414">
                  <a:moveTo>
                    <a:pt x="0" y="2414"/>
                  </a:moveTo>
                  <a:lnTo>
                    <a:pt x="1813" y="1894"/>
                  </a:lnTo>
                  <a:lnTo>
                    <a:pt x="1786" y="1120"/>
                  </a:lnTo>
                  <a:lnTo>
                    <a:pt x="1173" y="0"/>
                  </a:lnTo>
                  <a:lnTo>
                    <a:pt x="493" y="947"/>
                  </a:lnTo>
                </a:path>
              </a:pathLst>
            </a:custGeom>
            <a:solidFill>
              <a:srgbClr val="FFFF00">
                <a:alpha val="50000"/>
              </a:srgb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5" name="任意多边形 64"/>
            <p:cNvSpPr/>
            <p:nvPr/>
          </p:nvSpPr>
          <p:spPr>
            <a:xfrm>
              <a:off x="9155" y="5918"/>
              <a:ext cx="1840" cy="2361"/>
            </a:xfrm>
            <a:custGeom>
              <a:avLst/>
              <a:gdLst>
                <a:gd name="connsiteX0" fmla="*/ 0 w 1840"/>
                <a:gd name="connsiteY0" fmla="*/ 548 h 2361"/>
                <a:gd name="connsiteX1" fmla="*/ 13 w 1840"/>
                <a:gd name="connsiteY1" fmla="*/ 2361 h 2361"/>
                <a:gd name="connsiteX2" fmla="*/ 866 w 1840"/>
                <a:gd name="connsiteY2" fmla="*/ 1814 h 2361"/>
                <a:gd name="connsiteX3" fmla="*/ 1826 w 1840"/>
                <a:gd name="connsiteY3" fmla="*/ 1094 h 2361"/>
                <a:gd name="connsiteX4" fmla="*/ 1840 w 1840"/>
                <a:gd name="connsiteY4" fmla="*/ 0 h 2361"/>
                <a:gd name="connsiteX5" fmla="*/ 0 w 1840"/>
                <a:gd name="connsiteY5" fmla="*/ 548 h 2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40" h="2361">
                  <a:moveTo>
                    <a:pt x="0" y="548"/>
                  </a:moveTo>
                  <a:cubicBezTo>
                    <a:pt x="22" y="1342"/>
                    <a:pt x="0" y="1707"/>
                    <a:pt x="13" y="2361"/>
                  </a:cubicBezTo>
                  <a:cubicBezTo>
                    <a:pt x="773" y="1867"/>
                    <a:pt x="503" y="2067"/>
                    <a:pt x="866" y="1814"/>
                  </a:cubicBezTo>
                  <a:cubicBezTo>
                    <a:pt x="1229" y="1561"/>
                    <a:pt x="1413" y="1413"/>
                    <a:pt x="1826" y="1094"/>
                  </a:cubicBezTo>
                  <a:cubicBezTo>
                    <a:pt x="1826" y="360"/>
                    <a:pt x="1840" y="573"/>
                    <a:pt x="1840" y="0"/>
                  </a:cubicBezTo>
                  <a:cubicBezTo>
                    <a:pt x="1120" y="200"/>
                    <a:pt x="1013" y="255"/>
                    <a:pt x="0" y="548"/>
                  </a:cubicBezTo>
                  <a:close/>
                </a:path>
              </a:pathLst>
            </a:custGeom>
            <a:solidFill>
              <a:schemeClr val="accent5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8" name="任意多边形 67"/>
            <p:cNvSpPr/>
            <p:nvPr/>
          </p:nvSpPr>
          <p:spPr>
            <a:xfrm>
              <a:off x="8520" y="1793"/>
              <a:ext cx="1652" cy="2052"/>
            </a:xfrm>
            <a:custGeom>
              <a:avLst/>
              <a:gdLst>
                <a:gd name="connsiteX0" fmla="*/ 0 w 1652"/>
                <a:gd name="connsiteY0" fmla="*/ 2027 h 2026"/>
                <a:gd name="connsiteX1" fmla="*/ 66 w 1652"/>
                <a:gd name="connsiteY1" fmla="*/ 1681 h 2026"/>
                <a:gd name="connsiteX2" fmla="*/ 80 w 1652"/>
                <a:gd name="connsiteY2" fmla="*/ 1227 h 2026"/>
                <a:gd name="connsiteX3" fmla="*/ 66 w 1652"/>
                <a:gd name="connsiteY3" fmla="*/ 747 h 2026"/>
                <a:gd name="connsiteX4" fmla="*/ 106 w 1652"/>
                <a:gd name="connsiteY4" fmla="*/ 348 h 2026"/>
                <a:gd name="connsiteX5" fmla="*/ 173 w 1652"/>
                <a:gd name="connsiteY5" fmla="*/ 122 h 2026"/>
                <a:gd name="connsiteX6" fmla="*/ 306 w 1652"/>
                <a:gd name="connsiteY6" fmla="*/ 28 h 2026"/>
                <a:gd name="connsiteX7" fmla="*/ 386 w 1652"/>
                <a:gd name="connsiteY7" fmla="*/ 2 h 2026"/>
                <a:gd name="connsiteX8" fmla="*/ 640 w 1652"/>
                <a:gd name="connsiteY8" fmla="*/ 55 h 2026"/>
                <a:gd name="connsiteX9" fmla="*/ 1092 w 1652"/>
                <a:gd name="connsiteY9" fmla="*/ 214 h 2026"/>
                <a:gd name="connsiteX10" fmla="*/ 1652 w 1652"/>
                <a:gd name="connsiteY10" fmla="*/ 522 h 2026"/>
                <a:gd name="connsiteX11" fmla="*/ 0 w 1652"/>
                <a:gd name="connsiteY11" fmla="*/ 2027 h 2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52" h="2027">
                  <a:moveTo>
                    <a:pt x="0" y="2027"/>
                  </a:moveTo>
                  <a:cubicBezTo>
                    <a:pt x="158" y="1332"/>
                    <a:pt x="50" y="1841"/>
                    <a:pt x="66" y="1681"/>
                  </a:cubicBezTo>
                  <a:cubicBezTo>
                    <a:pt x="82" y="1521"/>
                    <a:pt x="80" y="1414"/>
                    <a:pt x="80" y="1227"/>
                  </a:cubicBezTo>
                  <a:cubicBezTo>
                    <a:pt x="80" y="1040"/>
                    <a:pt x="61" y="923"/>
                    <a:pt x="66" y="747"/>
                  </a:cubicBezTo>
                  <a:cubicBezTo>
                    <a:pt x="71" y="571"/>
                    <a:pt x="85" y="472"/>
                    <a:pt x="106" y="348"/>
                  </a:cubicBezTo>
                  <a:cubicBezTo>
                    <a:pt x="127" y="223"/>
                    <a:pt x="133" y="186"/>
                    <a:pt x="173" y="122"/>
                  </a:cubicBezTo>
                  <a:cubicBezTo>
                    <a:pt x="213" y="58"/>
                    <a:pt x="263" y="52"/>
                    <a:pt x="306" y="28"/>
                  </a:cubicBezTo>
                  <a:cubicBezTo>
                    <a:pt x="349" y="4"/>
                    <a:pt x="319" y="-3"/>
                    <a:pt x="386" y="2"/>
                  </a:cubicBezTo>
                  <a:cubicBezTo>
                    <a:pt x="453" y="7"/>
                    <a:pt x="501" y="10"/>
                    <a:pt x="640" y="55"/>
                  </a:cubicBezTo>
                  <a:cubicBezTo>
                    <a:pt x="778" y="100"/>
                    <a:pt x="813" y="65"/>
                    <a:pt x="1092" y="214"/>
                  </a:cubicBezTo>
                  <a:cubicBezTo>
                    <a:pt x="1371" y="363"/>
                    <a:pt x="1132" y="187"/>
                    <a:pt x="1652" y="522"/>
                  </a:cubicBezTo>
                  <a:cubicBezTo>
                    <a:pt x="1198" y="922"/>
                    <a:pt x="412" y="1667"/>
                    <a:pt x="0" y="2027"/>
                  </a:cubicBezTo>
                  <a:close/>
                </a:path>
              </a:pathLst>
            </a:custGeom>
            <a:solidFill>
              <a:schemeClr val="accent5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9" name="任意多边形 68"/>
            <p:cNvSpPr/>
            <p:nvPr/>
          </p:nvSpPr>
          <p:spPr>
            <a:xfrm>
              <a:off x="10224" y="2344"/>
              <a:ext cx="1279" cy="1616"/>
            </a:xfrm>
            <a:custGeom>
              <a:avLst/>
              <a:gdLst>
                <a:gd name="connsiteX0" fmla="*/ 0 w 1279"/>
                <a:gd name="connsiteY0" fmla="*/ 0 h 1616"/>
                <a:gd name="connsiteX1" fmla="*/ 134 w 1279"/>
                <a:gd name="connsiteY1" fmla="*/ 1616 h 1616"/>
                <a:gd name="connsiteX2" fmla="*/ 1279 w 1279"/>
                <a:gd name="connsiteY2" fmla="*/ 947 h 1616"/>
                <a:gd name="connsiteX3" fmla="*/ 734 w 1279"/>
                <a:gd name="connsiteY3" fmla="*/ 496 h 1616"/>
                <a:gd name="connsiteX4" fmla="*/ 0 w 1279"/>
                <a:gd name="connsiteY4" fmla="*/ 0 h 1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9" h="1616">
                  <a:moveTo>
                    <a:pt x="0" y="0"/>
                  </a:moveTo>
                  <a:cubicBezTo>
                    <a:pt x="28" y="442"/>
                    <a:pt x="54" y="817"/>
                    <a:pt x="134" y="1616"/>
                  </a:cubicBezTo>
                  <a:cubicBezTo>
                    <a:pt x="748" y="1230"/>
                    <a:pt x="908" y="1162"/>
                    <a:pt x="1279" y="947"/>
                  </a:cubicBezTo>
                  <a:cubicBezTo>
                    <a:pt x="1001" y="682"/>
                    <a:pt x="990" y="685"/>
                    <a:pt x="734" y="496"/>
                  </a:cubicBezTo>
                  <a:cubicBezTo>
                    <a:pt x="478" y="307"/>
                    <a:pt x="241" y="162"/>
                    <a:pt x="0" y="0"/>
                  </a:cubicBezTo>
                  <a:close/>
                </a:path>
              </a:pathLst>
            </a:custGeom>
            <a:solidFill>
              <a:srgbClr val="FFFF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0" name="任意多边形 69"/>
            <p:cNvSpPr/>
            <p:nvPr/>
          </p:nvSpPr>
          <p:spPr>
            <a:xfrm>
              <a:off x="10372" y="3300"/>
              <a:ext cx="2093" cy="1840"/>
            </a:xfrm>
            <a:custGeom>
              <a:avLst/>
              <a:gdLst>
                <a:gd name="connsiteX0" fmla="*/ 0 w 2093"/>
                <a:gd name="connsiteY0" fmla="*/ 706 h 1840"/>
                <a:gd name="connsiteX1" fmla="*/ 613 w 2093"/>
                <a:gd name="connsiteY1" fmla="*/ 1840 h 1840"/>
                <a:gd name="connsiteX2" fmla="*/ 2093 w 2093"/>
                <a:gd name="connsiteY2" fmla="*/ 1480 h 1840"/>
                <a:gd name="connsiteX3" fmla="*/ 2015 w 2093"/>
                <a:gd name="connsiteY3" fmla="*/ 1117 h 1840"/>
                <a:gd name="connsiteX4" fmla="*/ 1748 w 2093"/>
                <a:gd name="connsiteY4" fmla="*/ 597 h 1840"/>
                <a:gd name="connsiteX5" fmla="*/ 1335 w 2093"/>
                <a:gd name="connsiteY5" fmla="*/ 170 h 1840"/>
                <a:gd name="connsiteX6" fmla="*/ 1160 w 2093"/>
                <a:gd name="connsiteY6" fmla="*/ 0 h 1840"/>
                <a:gd name="connsiteX7" fmla="*/ 0 w 2093"/>
                <a:gd name="connsiteY7" fmla="*/ 706 h 1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093" h="1840">
                  <a:moveTo>
                    <a:pt x="0" y="706"/>
                  </a:moveTo>
                  <a:cubicBezTo>
                    <a:pt x="238" y="1121"/>
                    <a:pt x="318" y="1307"/>
                    <a:pt x="613" y="1840"/>
                  </a:cubicBezTo>
                  <a:cubicBezTo>
                    <a:pt x="1278" y="1681"/>
                    <a:pt x="1506" y="1626"/>
                    <a:pt x="2093" y="1480"/>
                  </a:cubicBezTo>
                  <a:cubicBezTo>
                    <a:pt x="2026" y="946"/>
                    <a:pt x="2084" y="1293"/>
                    <a:pt x="2015" y="1117"/>
                  </a:cubicBezTo>
                  <a:cubicBezTo>
                    <a:pt x="1946" y="941"/>
                    <a:pt x="1884" y="786"/>
                    <a:pt x="1748" y="597"/>
                  </a:cubicBezTo>
                  <a:cubicBezTo>
                    <a:pt x="1612" y="408"/>
                    <a:pt x="1452" y="287"/>
                    <a:pt x="1335" y="170"/>
                  </a:cubicBezTo>
                  <a:cubicBezTo>
                    <a:pt x="1218" y="52"/>
                    <a:pt x="1478" y="324"/>
                    <a:pt x="1160" y="0"/>
                  </a:cubicBezTo>
                  <a:cubicBezTo>
                    <a:pt x="771" y="217"/>
                    <a:pt x="531" y="374"/>
                    <a:pt x="0" y="706"/>
                  </a:cubicBezTo>
                  <a:close/>
                </a:path>
              </a:pathLst>
            </a:custGeom>
            <a:solidFill>
              <a:schemeClr val="accent5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1" name="任意多边形 70"/>
            <p:cNvSpPr/>
            <p:nvPr/>
          </p:nvSpPr>
          <p:spPr>
            <a:xfrm>
              <a:off x="10994" y="4825"/>
              <a:ext cx="1465" cy="2160"/>
            </a:xfrm>
            <a:custGeom>
              <a:avLst/>
              <a:gdLst>
                <a:gd name="connsiteX0" fmla="*/ 0 w 1465"/>
                <a:gd name="connsiteY0" fmla="*/ 346 h 2160"/>
                <a:gd name="connsiteX1" fmla="*/ 13 w 1465"/>
                <a:gd name="connsiteY1" fmla="*/ 2160 h 2160"/>
                <a:gd name="connsiteX2" fmla="*/ 413 w 1465"/>
                <a:gd name="connsiteY2" fmla="*/ 1786 h 2160"/>
                <a:gd name="connsiteX3" fmla="*/ 920 w 1465"/>
                <a:gd name="connsiteY3" fmla="*/ 1240 h 2160"/>
                <a:gd name="connsiteX4" fmla="*/ 1239 w 1465"/>
                <a:gd name="connsiteY4" fmla="*/ 786 h 2160"/>
                <a:gd name="connsiteX5" fmla="*/ 1414 w 1465"/>
                <a:gd name="connsiteY5" fmla="*/ 373 h 2160"/>
                <a:gd name="connsiteX6" fmla="*/ 1465 w 1465"/>
                <a:gd name="connsiteY6" fmla="*/ 0 h 2160"/>
                <a:gd name="connsiteX7" fmla="*/ 0 w 1465"/>
                <a:gd name="connsiteY7" fmla="*/ 346 h 2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5" h="2160">
                  <a:moveTo>
                    <a:pt x="0" y="346"/>
                  </a:moveTo>
                  <a:cubicBezTo>
                    <a:pt x="11" y="1093"/>
                    <a:pt x="-4" y="1653"/>
                    <a:pt x="13" y="2160"/>
                  </a:cubicBezTo>
                  <a:cubicBezTo>
                    <a:pt x="330" y="1866"/>
                    <a:pt x="232" y="1962"/>
                    <a:pt x="413" y="1786"/>
                  </a:cubicBezTo>
                  <a:cubicBezTo>
                    <a:pt x="594" y="1610"/>
                    <a:pt x="752" y="1451"/>
                    <a:pt x="920" y="1240"/>
                  </a:cubicBezTo>
                  <a:cubicBezTo>
                    <a:pt x="1088" y="1029"/>
                    <a:pt x="1140" y="959"/>
                    <a:pt x="1239" y="786"/>
                  </a:cubicBezTo>
                  <a:cubicBezTo>
                    <a:pt x="1338" y="613"/>
                    <a:pt x="1371" y="512"/>
                    <a:pt x="1414" y="373"/>
                  </a:cubicBezTo>
                  <a:cubicBezTo>
                    <a:pt x="1457" y="234"/>
                    <a:pt x="1385" y="733"/>
                    <a:pt x="1465" y="0"/>
                  </a:cubicBezTo>
                  <a:cubicBezTo>
                    <a:pt x="968" y="133"/>
                    <a:pt x="651" y="200"/>
                    <a:pt x="0" y="346"/>
                  </a:cubicBezTo>
                  <a:close/>
                </a:path>
              </a:pathLst>
            </a:custGeom>
            <a:solidFill>
              <a:srgbClr val="FF33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73" name="任意多边形 72"/>
          <p:cNvSpPr/>
          <p:nvPr/>
        </p:nvSpPr>
        <p:spPr>
          <a:xfrm>
            <a:off x="6715125" y="1033780"/>
            <a:ext cx="4367530" cy="4408805"/>
          </a:xfrm>
          <a:custGeom>
            <a:avLst/>
            <a:gdLst>
              <a:gd name="connisteX0" fmla="*/ 403366 w 3683963"/>
              <a:gd name="connsiteY0" fmla="*/ 987038 h 3719101"/>
              <a:gd name="connisteX1" fmla="*/ 1473341 w 3683963"/>
              <a:gd name="connsiteY1" fmla="*/ 1197223 h 3719101"/>
              <a:gd name="connisteX2" fmla="*/ 1824496 w 3683963"/>
              <a:gd name="connsiteY2" fmla="*/ 4693 h 3719101"/>
              <a:gd name="connisteX3" fmla="*/ 3683776 w 3683963"/>
              <a:gd name="connsiteY3" fmla="*/ 1618863 h 3719101"/>
              <a:gd name="connisteX4" fmla="*/ 1912126 w 3683963"/>
              <a:gd name="connsiteY4" fmla="*/ 3478143 h 3719101"/>
              <a:gd name="connisteX5" fmla="*/ 982486 w 3683963"/>
              <a:gd name="connsiteY5" fmla="*/ 3214618 h 3719101"/>
              <a:gd name="connisteX6" fmla="*/ 141 w 3683963"/>
              <a:gd name="connsiteY6" fmla="*/ 3688328 h 3719101"/>
              <a:gd name="connisteX7" fmla="*/ 1035191 w 3683963"/>
              <a:gd name="connsiteY7" fmla="*/ 2355463 h 3719101"/>
              <a:gd name="connisteX8" fmla="*/ 403366 w 3683963"/>
              <a:gd name="connsiteY8" fmla="*/ 987038 h 3719101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l" t="t" r="r" b="b"/>
            <a:pathLst>
              <a:path w="3683964" h="3719101">
                <a:moveTo>
                  <a:pt x="403366" y="987038"/>
                </a:moveTo>
                <a:cubicBezTo>
                  <a:pt x="490996" y="755263"/>
                  <a:pt x="1188861" y="1393438"/>
                  <a:pt x="1473341" y="1197223"/>
                </a:cubicBezTo>
                <a:cubicBezTo>
                  <a:pt x="1757821" y="1001008"/>
                  <a:pt x="1382536" y="-79762"/>
                  <a:pt x="1824496" y="4693"/>
                </a:cubicBezTo>
                <a:cubicBezTo>
                  <a:pt x="2266456" y="89148"/>
                  <a:pt x="3665996" y="924173"/>
                  <a:pt x="3683776" y="1618863"/>
                </a:cubicBezTo>
                <a:cubicBezTo>
                  <a:pt x="3701556" y="2313553"/>
                  <a:pt x="2452511" y="3158738"/>
                  <a:pt x="1912126" y="3478143"/>
                </a:cubicBezTo>
                <a:cubicBezTo>
                  <a:pt x="1371741" y="3797548"/>
                  <a:pt x="1364756" y="3172708"/>
                  <a:pt x="982486" y="3214618"/>
                </a:cubicBezTo>
                <a:cubicBezTo>
                  <a:pt x="600216" y="3256528"/>
                  <a:pt x="-10654" y="3860413"/>
                  <a:pt x="141" y="3688328"/>
                </a:cubicBezTo>
                <a:cubicBezTo>
                  <a:pt x="10936" y="3516243"/>
                  <a:pt x="954546" y="2895848"/>
                  <a:pt x="1035191" y="2355463"/>
                </a:cubicBezTo>
                <a:cubicBezTo>
                  <a:pt x="1115836" y="1815078"/>
                  <a:pt x="315736" y="1218813"/>
                  <a:pt x="403366" y="987038"/>
                </a:cubicBezTo>
                <a:close/>
              </a:path>
            </a:pathLst>
          </a:custGeom>
          <a:noFill/>
          <a:ln w="25400">
            <a:solidFill>
              <a:srgbClr val="FF0000">
                <a:alpha val="50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8394065" y="918845"/>
            <a:ext cx="1859915" cy="1440815"/>
          </a:xfrm>
          <a:prstGeom prst="rect">
            <a:avLst/>
          </a:prstGeom>
          <a:solidFill>
            <a:srgbClr val="FFC000">
              <a:alpha val="3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0144125" y="1599565"/>
            <a:ext cx="1049020" cy="2311400"/>
          </a:xfrm>
          <a:prstGeom prst="rect">
            <a:avLst/>
          </a:prstGeom>
          <a:solidFill>
            <a:srgbClr val="FFFF00">
              <a:alpha val="3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7613650" y="3613150"/>
            <a:ext cx="1753235" cy="1753235"/>
          </a:xfrm>
          <a:prstGeom prst="rect">
            <a:avLst/>
          </a:prstGeom>
          <a:solidFill>
            <a:srgbClr val="92D050">
              <a:alpha val="3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7" name="矩形 76"/>
          <p:cNvSpPr/>
          <p:nvPr/>
        </p:nvSpPr>
        <p:spPr>
          <a:xfrm>
            <a:off x="6615430" y="5031740"/>
            <a:ext cx="522605" cy="522605"/>
          </a:xfrm>
          <a:prstGeom prst="rect">
            <a:avLst/>
          </a:prstGeom>
          <a:solidFill>
            <a:srgbClr val="00B050">
              <a:alpha val="3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8" name="矩形 77"/>
          <p:cNvSpPr/>
          <p:nvPr/>
        </p:nvSpPr>
        <p:spPr>
          <a:xfrm>
            <a:off x="7056755" y="2021840"/>
            <a:ext cx="566420" cy="782320"/>
          </a:xfrm>
          <a:prstGeom prst="rect">
            <a:avLst/>
          </a:prstGeom>
          <a:solidFill>
            <a:srgbClr val="00B0F0">
              <a:alpha val="3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9" name="矩形 78"/>
          <p:cNvSpPr/>
          <p:nvPr/>
        </p:nvSpPr>
        <p:spPr>
          <a:xfrm>
            <a:off x="6966585" y="4775200"/>
            <a:ext cx="453390" cy="453390"/>
          </a:xfrm>
          <a:prstGeom prst="rect">
            <a:avLst/>
          </a:prstGeom>
          <a:solidFill>
            <a:schemeClr val="accent6">
              <a:alpha val="3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0" name="矩形 79"/>
          <p:cNvSpPr/>
          <p:nvPr/>
        </p:nvSpPr>
        <p:spPr>
          <a:xfrm>
            <a:off x="7296785" y="4188460"/>
            <a:ext cx="453390" cy="853440"/>
          </a:xfrm>
          <a:prstGeom prst="rect">
            <a:avLst/>
          </a:prstGeom>
          <a:solidFill>
            <a:srgbClr val="FFC000">
              <a:alpha val="3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1" name="矩形 80"/>
          <p:cNvSpPr/>
          <p:nvPr/>
        </p:nvSpPr>
        <p:spPr>
          <a:xfrm>
            <a:off x="9048750" y="3570605"/>
            <a:ext cx="1753235" cy="1392555"/>
          </a:xfrm>
          <a:prstGeom prst="rect">
            <a:avLst/>
          </a:prstGeom>
          <a:solidFill>
            <a:schemeClr val="accent1">
              <a:lumMod val="75000"/>
              <a:alpha val="3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2" name="矩形 81"/>
          <p:cNvSpPr/>
          <p:nvPr/>
        </p:nvSpPr>
        <p:spPr>
          <a:xfrm>
            <a:off x="7419975" y="2230120"/>
            <a:ext cx="2933700" cy="1638300"/>
          </a:xfrm>
          <a:prstGeom prst="rect">
            <a:avLst/>
          </a:prstGeom>
          <a:solidFill>
            <a:srgbClr val="FF6600">
              <a:alpha val="3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BEAUTIFY_FLAG" val=""/>
</p:tagLst>
</file>

<file path=ppt/tags/tag55.xml><?xml version="1.0" encoding="utf-8"?>
<p:tagLst xmlns:p="http://schemas.openxmlformats.org/presentationml/2006/main">
  <p:tag name="KSO_WM_BEAUTIFY_FLAG" val=""/>
</p:tagLst>
</file>

<file path=ppt/tags/tag56.xml><?xml version="1.0" encoding="utf-8"?>
<p:tagLst xmlns:p="http://schemas.openxmlformats.org/presentationml/2006/main">
  <p:tag name="KSO_WM_BEAUTIFY_FLAG" val=""/>
</p:tagLst>
</file>

<file path=ppt/tags/tag57.xml><?xml version="1.0" encoding="utf-8"?>
<p:tagLst xmlns:p="http://schemas.openxmlformats.org/presentationml/2006/main">
  <p:tag name="KSO_WM_BEAUTIFY_FLAG" val=""/>
</p:tagLst>
</file>

<file path=ppt/tags/tag58.xml><?xml version="1.0" encoding="utf-8"?>
<p:tagLst xmlns:p="http://schemas.openxmlformats.org/presentationml/2006/main">
  <p:tag name="KSO_WM_BEAUTIFY_FLAG" val=""/>
</p:tagLst>
</file>

<file path=ppt/tags/tag59.xml><?xml version="1.0" encoding="utf-8"?>
<p:tagLst xmlns:p="http://schemas.openxmlformats.org/presentationml/2006/main">
  <p:tag name="KSO_WM_BEAUTIFY_FLAG" val=""/>
</p:tagLst>
</file>

<file path=ppt/tags/tag60.xml><?xml version="1.0" encoding="utf-8"?>
<p:tagLst xmlns:p="http://schemas.openxmlformats.org/presentationml/2006/main">
  <p:tag name="KSO_WM_BEAUTIFY_FLAG" val=""/>
</p:tagLst>
</file>

<file path=ppt/tags/tag61.xml><?xml version="1.0" encoding="utf-8"?>
<p:tagLst xmlns:p="http://schemas.openxmlformats.org/presentationml/2006/main">
  <p:tag name="KSO_WM_BEAUTIFY_FLAG" val=""/>
</p:tagLst>
</file>

<file path=ppt/tags/tag62.xml><?xml version="1.0" encoding="utf-8"?>
<p:tagLst xmlns:p="http://schemas.openxmlformats.org/presentationml/2006/main">
  <p:tag name="KSO_WM_BEAUTIFY_FLAG" val=""/>
</p:tagLst>
</file>

<file path=ppt/tags/tag63.xml><?xml version="1.0" encoding="utf-8"?>
<p:tagLst xmlns:p="http://schemas.openxmlformats.org/presentationml/2006/main">
  <p:tag name="KSO_WM_BEAUTIFY_FLAG" val=""/>
</p:tagLst>
</file>

<file path=ppt/tags/tag64.xml><?xml version="1.0" encoding="utf-8"?>
<p:tagLst xmlns:p="http://schemas.openxmlformats.org/presentationml/2006/main">
  <p:tag name="KSO_WM_BEAUTIFY_FLAG" val=""/>
</p:tagLst>
</file>

<file path=ppt/tags/tag65.xml><?xml version="1.0" encoding="utf-8"?>
<p:tagLst xmlns:p="http://schemas.openxmlformats.org/presentationml/2006/main">
  <p:tag name="KSO_WM_BEAUTIFY_FLAG" val=""/>
</p:tagLst>
</file>

<file path=ppt/tags/tag66.xml><?xml version="1.0" encoding="utf-8"?>
<p:tagLst xmlns:p="http://schemas.openxmlformats.org/presentationml/2006/main">
  <p:tag name="KSO_WM_BEAUTIFY_FLAG" val=""/>
</p:tagLst>
</file>

<file path=ppt/tags/tag67.xml><?xml version="1.0" encoding="utf-8"?>
<p:tagLst xmlns:p="http://schemas.openxmlformats.org/presentationml/2006/main">
  <p:tag name="KSO_WM_BEAUTIFY_FLAG" val=""/>
</p:tagLst>
</file>

<file path=ppt/tags/tag68.xml><?xml version="1.0" encoding="utf-8"?>
<p:tagLst xmlns:p="http://schemas.openxmlformats.org/presentationml/2006/main">
  <p:tag name="KSO_WM_BEAUTIFY_FLAG" val=""/>
</p:tagLst>
</file>

<file path=ppt/tags/tag69.xml><?xml version="1.0" encoding="utf-8"?>
<p:tagLst xmlns:p="http://schemas.openxmlformats.org/presentationml/2006/main">
  <p:tag name="KSO_WM_BEAUTIFY_FLAG" val=""/>
</p:tagLst>
</file>

<file path=ppt/tags/tag70.xml><?xml version="1.0" encoding="utf-8"?>
<p:tagLst xmlns:p="http://schemas.openxmlformats.org/presentationml/2006/main">
  <p:tag name="KSO_WM_BEAUTIFY_FLAG" val=""/>
</p:tagLst>
</file>

<file path=ppt/tags/tag71.xml><?xml version="1.0" encoding="utf-8"?>
<p:tagLst xmlns:p="http://schemas.openxmlformats.org/presentationml/2006/main">
  <p:tag name="KSO_WM_BEAUTIFY_FLAG" val=""/>
</p:tagLst>
</file>

<file path=ppt/tags/tag72.xml><?xml version="1.0" encoding="utf-8"?>
<p:tagLst xmlns:p="http://schemas.openxmlformats.org/presentationml/2006/main">
  <p:tag name="KSO_WM_BEAUTIFY_FLAG" val=""/>
</p:tagLst>
</file>

<file path=ppt/tags/tag73.xml><?xml version="1.0" encoding="utf-8"?>
<p:tagLst xmlns:p="http://schemas.openxmlformats.org/presentationml/2006/main">
  <p:tag name="KSO_WM_BEAUTIFY_FLAG" val=""/>
</p:tagLst>
</file>

<file path=ppt/tags/tag74.xml><?xml version="1.0" encoding="utf-8"?>
<p:tagLst xmlns:p="http://schemas.openxmlformats.org/presentationml/2006/main">
  <p:tag name="KSO_WM_BEAUTIFY_FLAG" val=""/>
</p:tagLst>
</file>

<file path=ppt/tags/tag75.xml><?xml version="1.0" encoding="utf-8"?>
<p:tagLst xmlns:p="http://schemas.openxmlformats.org/presentationml/2006/main">
  <p:tag name="KSO_WM_BEAUTIFY_FLAG" val=""/>
</p:tagLst>
</file>

<file path=ppt/tags/tag76.xml><?xml version="1.0" encoding="utf-8"?>
<p:tagLst xmlns:p="http://schemas.openxmlformats.org/presentationml/2006/main">
  <p:tag name="KSO_WM_BEAUTIFY_FLAG" val=""/>
</p:tagLst>
</file>

<file path=ppt/tags/tag77.xml><?xml version="1.0" encoding="utf-8"?>
<p:tagLst xmlns:p="http://schemas.openxmlformats.org/presentationml/2006/main">
  <p:tag name="KSO_WM_BEAUTIFY_FLAG" val=""/>
</p:tagLst>
</file>

<file path=ppt/tags/tag78.xml><?xml version="1.0" encoding="utf-8"?>
<p:tagLst xmlns:p="http://schemas.openxmlformats.org/presentationml/2006/main">
  <p:tag name="KSO_WM_BEAUTIFY_FLAG" val=""/>
</p:tagLst>
</file>

<file path=ppt/tags/tag79.xml><?xml version="1.0" encoding="utf-8"?>
<p:tagLst xmlns:p="http://schemas.openxmlformats.org/presentationml/2006/main">
  <p:tag name="KSO_WM_BEAUTIFY_FLAG" val=""/>
</p:tagLst>
</file>

<file path=ppt/tags/tag80.xml><?xml version="1.0" encoding="utf-8"?>
<p:tagLst xmlns:p="http://schemas.openxmlformats.org/presentationml/2006/main">
  <p:tag name="KSO_WM_BEAUTIFY_FLAG" val=""/>
</p:tagLst>
</file>

<file path=ppt/tags/tag81.xml><?xml version="1.0" encoding="utf-8"?>
<p:tagLst xmlns:p="http://schemas.openxmlformats.org/presentationml/2006/main">
  <p:tag name="KSO_WM_BEAUTIFY_FLAG" val=""/>
</p:tagLst>
</file>

<file path=ppt/tags/tag82.xml><?xml version="1.0" encoding="utf-8"?>
<p:tagLst xmlns:p="http://schemas.openxmlformats.org/presentationml/2006/main">
  <p:tag name="KSO_WM_BEAUTIFY_FLAG" val=""/>
</p:tagLst>
</file>

<file path=ppt/tags/tag83.xml><?xml version="1.0" encoding="utf-8"?>
<p:tagLst xmlns:p="http://schemas.openxmlformats.org/presentationml/2006/main">
  <p:tag name="KSO_WM_BEAUTIFY_FLAG" val=""/>
</p:tagLst>
</file>

<file path=ppt/tags/tag84.xml><?xml version="1.0" encoding="utf-8"?>
<p:tagLst xmlns:p="http://schemas.openxmlformats.org/presentationml/2006/main">
  <p:tag name="KSO_WM_BEAUTIFY_FLAG" val=""/>
</p:tagLst>
</file>

<file path=ppt/tags/tag85.xml><?xml version="1.0" encoding="utf-8"?>
<p:tagLst xmlns:p="http://schemas.openxmlformats.org/presentationml/2006/main">
  <p:tag name="KSO_WM_BEAUTIFY_FLAG" val="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</p:tagLst>
</file>

<file path=ppt/tags/tag88.xml><?xml version="1.0" encoding="utf-8"?>
<p:tagLst xmlns:p="http://schemas.openxmlformats.org/presentationml/2006/main">
  <p:tag name="KSO_WM_BEAUTIFY_FLAG" val=""/>
</p:tagLst>
</file>

<file path=ppt/tags/tag89.xml><?xml version="1.0" encoding="utf-8"?>
<p:tagLst xmlns:p="http://schemas.openxmlformats.org/presentationml/2006/main">
  <p:tag name="KSO_WM_BEAUTIFY_FLAG" val=""/>
</p:tagLst>
</file>

<file path=ppt/tags/tag90.xml><?xml version="1.0" encoding="utf-8"?>
<p:tagLst xmlns:p="http://schemas.openxmlformats.org/presentationml/2006/main">
  <p:tag name="KSO_WM_BEAUTIFY_FLAG" val=""/>
</p:tagLst>
</file>

<file path=ppt/tags/tag91.xml><?xml version="1.0" encoding="utf-8"?>
<p:tagLst xmlns:p="http://schemas.openxmlformats.org/presentationml/2006/main">
  <p:tag name="KSO_WM_BEAUTIFY_FLAG" val=""/>
</p:tagLst>
</file>

<file path=ppt/tags/tag92.xml><?xml version="1.0" encoding="utf-8"?>
<p:tagLst xmlns:p="http://schemas.openxmlformats.org/presentationml/2006/main">
  <p:tag name="KSO_WM_BEAUTIFY_FLAG" val=""/>
</p:tagLst>
</file>

<file path=ppt/tags/tag93.xml><?xml version="1.0" encoding="utf-8"?>
<p:tagLst xmlns:p="http://schemas.openxmlformats.org/presentationml/2006/main">
  <p:tag name="KSO_WM_BEAUTIFY_FLAG" val=""/>
</p:tagLst>
</file>

<file path=ppt/tags/tag94.xml><?xml version="1.0" encoding="utf-8"?>
<p:tagLst xmlns:p="http://schemas.openxmlformats.org/presentationml/2006/main">
  <p:tag name="KSO_WM_BEAUTIFY_FLAG" val=""/>
</p:tagLst>
</file>

<file path=ppt/tags/tag95.xml><?xml version="1.0" encoding="utf-8"?>
<p:tagLst xmlns:p="http://schemas.openxmlformats.org/presentationml/2006/main">
  <p:tag name="KSO_WM_BEAUTIFY_FLAG" val=""/>
</p:tagLst>
</file>

<file path=ppt/tags/tag96.xml><?xml version="1.0" encoding="utf-8"?>
<p:tagLst xmlns:p="http://schemas.openxmlformats.org/presentationml/2006/main">
  <p:tag name="KSO_WM_BEAUTIFY_FLAG" val=""/>
</p:tagLst>
</file>

<file path=ppt/tags/tag97.xml><?xml version="1.0" encoding="utf-8"?>
<p:tagLst xmlns:p="http://schemas.openxmlformats.org/presentationml/2006/main">
  <p:tag name="KSO_WM_BEAUTIFY_FLAG" val=""/>
</p:tagLst>
</file>

<file path=ppt/tags/tag98.xml><?xml version="1.0" encoding="utf-8"?>
<p:tagLst xmlns:p="http://schemas.openxmlformats.org/presentationml/2006/main">
  <p:tag name="KSO_WM_BEAUTIFY_FLAG" val=""/>
</p:tagLst>
</file>

<file path=ppt/tags/tag99.xml><?xml version="1.0" encoding="utf-8"?>
<p:tagLst xmlns:p="http://schemas.openxmlformats.org/presentationml/2006/main">
  <p:tag name="KSO_WM_BEAUTIFY_FLAG" val=""/>
</p:tagLst>
</file>

<file path=ppt/tags/tag100.xml><?xml version="1.0" encoding="utf-8"?>
<p:tagLst xmlns:p="http://schemas.openxmlformats.org/presentationml/2006/main">
  <p:tag name="KSO_WM_BEAUTIFY_FLAG" val=""/>
</p:tagLst>
</file>

<file path=ppt/tags/tag101.xml><?xml version="1.0" encoding="utf-8"?>
<p:tagLst xmlns:p="http://schemas.openxmlformats.org/presentationml/2006/main">
  <p:tag name="KSO_WM_BEAUTIFY_FLAG" val=""/>
</p:tagLst>
</file>

<file path=ppt/tags/tag102.xml><?xml version="1.0" encoding="utf-8"?>
<p:tagLst xmlns:p="http://schemas.openxmlformats.org/presentationml/2006/main">
  <p:tag name="KSO_WM_BEAUTIFY_FLAG" val=""/>
</p:tagLst>
</file>

<file path=ppt/tags/tag103.xml><?xml version="1.0" encoding="utf-8"?>
<p:tagLst xmlns:p="http://schemas.openxmlformats.org/presentationml/2006/main">
  <p:tag name="KSO_WM_BEAUTIFY_FLAG" val=""/>
</p:tagLst>
</file>

<file path=ppt/tags/tag104.xml><?xml version="1.0" encoding="utf-8"?>
<p:tagLst xmlns:p="http://schemas.openxmlformats.org/presentationml/2006/main">
  <p:tag name="KSO_WM_BEAUTIFY_FLAG" val=""/>
</p:tagLst>
</file>

<file path=ppt/tags/tag105.xml><?xml version="1.0" encoding="utf-8"?>
<p:tagLst xmlns:p="http://schemas.openxmlformats.org/presentationml/2006/main">
  <p:tag name="KSO_WM_BEAUTIFY_FLAG" val=""/>
</p:tagLst>
</file>

<file path=ppt/tags/tag106.xml><?xml version="1.0" encoding="utf-8"?>
<p:tagLst xmlns:p="http://schemas.openxmlformats.org/presentationml/2006/main">
  <p:tag name="KSO_WM_BEAUTIFY_FLAG" val=""/>
</p:tagLst>
</file>

<file path=ppt/tags/tag107.xml><?xml version="1.0" encoding="utf-8"?>
<p:tagLst xmlns:p="http://schemas.openxmlformats.org/presentationml/2006/main">
  <p:tag name="KSO_WM_BEAUTIFY_FLAG" val=""/>
</p:tagLst>
</file>

<file path=ppt/tags/tag108.xml><?xml version="1.0" encoding="utf-8"?>
<p:tagLst xmlns:p="http://schemas.openxmlformats.org/presentationml/2006/main">
  <p:tag name="KSO_WM_BEAUTIFY_FLAG" val=""/>
</p:tagLst>
</file>

<file path=ppt/tags/tag109.xml><?xml version="1.0" encoding="utf-8"?>
<p:tagLst xmlns:p="http://schemas.openxmlformats.org/presentationml/2006/main">
  <p:tag name="KSO_WM_BEAUTIFY_FLAG" val=""/>
</p:tagLst>
</file>

<file path=ppt/tags/tag110.xml><?xml version="1.0" encoding="utf-8"?>
<p:tagLst xmlns:p="http://schemas.openxmlformats.org/presentationml/2006/main">
  <p:tag name="KSO_WM_BEAUTIFY_FLAG" val=""/>
</p:tagLst>
</file>

<file path=ppt/tags/tag111.xml><?xml version="1.0" encoding="utf-8"?>
<p:tagLst xmlns:p="http://schemas.openxmlformats.org/presentationml/2006/main">
  <p:tag name="KSO_WM_BEAUTIFY_FLAG" val=""/>
</p:tagLst>
</file>

<file path=ppt/tags/tag112.xml><?xml version="1.0" encoding="utf-8"?>
<p:tagLst xmlns:p="http://schemas.openxmlformats.org/presentationml/2006/main">
  <p:tag name="KSO_WM_BEAUTIFY_FLAG" val=""/>
</p:tagLst>
</file>

<file path=ppt/tags/tag113.xml><?xml version="1.0" encoding="utf-8"?>
<p:tagLst xmlns:p="http://schemas.openxmlformats.org/presentationml/2006/main">
  <p:tag name="KSO_WM_BEAUTIFY_FLAG" val=""/>
</p:tagLst>
</file>

<file path=ppt/tags/tag114.xml><?xml version="1.0" encoding="utf-8"?>
<p:tagLst xmlns:p="http://schemas.openxmlformats.org/presentationml/2006/main">
  <p:tag name="KSO_WM_BEAUTIFY_FLAG" val=""/>
</p:tagLst>
</file>

<file path=ppt/tags/tag115.xml><?xml version="1.0" encoding="utf-8"?>
<p:tagLst xmlns:p="http://schemas.openxmlformats.org/presentationml/2006/main">
  <p:tag name="KSO_WM_BEAUTIFY_FLAG" val=""/>
</p:tagLst>
</file>

<file path=ppt/tags/tag116.xml><?xml version="1.0" encoding="utf-8"?>
<p:tagLst xmlns:p="http://schemas.openxmlformats.org/presentationml/2006/main">
  <p:tag name="KSO_WM_BEAUTIFY_FLAG" val=""/>
</p:tagLst>
</file>

<file path=ppt/tags/tag117.xml><?xml version="1.0" encoding="utf-8"?>
<p:tagLst xmlns:p="http://schemas.openxmlformats.org/presentationml/2006/main">
  <p:tag name="KSO_WM_BEAUTIFY_FLAG" val=""/>
</p:tagLst>
</file>

<file path=ppt/tags/tag118.xml><?xml version="1.0" encoding="utf-8"?>
<p:tagLst xmlns:p="http://schemas.openxmlformats.org/presentationml/2006/main">
  <p:tag name="KSO_WM_BEAUTIFY_FLAG" val=""/>
</p:tagLst>
</file>

<file path=ppt/tags/tag119.xml><?xml version="1.0" encoding="utf-8"?>
<p:tagLst xmlns:p="http://schemas.openxmlformats.org/presentationml/2006/main">
  <p:tag name="KSO_WM_BEAUTIFY_FLAG" val=""/>
</p:tagLst>
</file>

<file path=ppt/tags/tag120.xml><?xml version="1.0" encoding="utf-8"?>
<p:tagLst xmlns:p="http://schemas.openxmlformats.org/presentationml/2006/main">
  <p:tag name="KSO_WM_BEAUTIFY_FLAG" val=""/>
</p:tagLst>
</file>

<file path=ppt/tags/tag121.xml><?xml version="1.0" encoding="utf-8"?>
<p:tagLst xmlns:p="http://schemas.openxmlformats.org/presentationml/2006/main">
  <p:tag name="KSO_WM_BEAUTIFY_FLAG" val=""/>
</p:tagLst>
</file>

<file path=ppt/tags/tag122.xml><?xml version="1.0" encoding="utf-8"?>
<p:tagLst xmlns:p="http://schemas.openxmlformats.org/presentationml/2006/main">
  <p:tag name="KSO_WM_BEAUTIFY_FLAG" val=""/>
</p:tagLst>
</file>

<file path=ppt/tags/tag123.xml><?xml version="1.0" encoding="utf-8"?>
<p:tagLst xmlns:p="http://schemas.openxmlformats.org/presentationml/2006/main">
  <p:tag name="KSO_WM_BEAUTIFY_FLAG" val=""/>
</p:tagLst>
</file>

<file path=ppt/tags/tag124.xml><?xml version="1.0" encoding="utf-8"?>
<p:tagLst xmlns:p="http://schemas.openxmlformats.org/presentationml/2006/main">
  <p:tag name="KSO_WM_BEAUTIFY_FLAG" val=""/>
</p:tagLst>
</file>

<file path=ppt/tags/tag125.xml><?xml version="1.0" encoding="utf-8"?>
<p:tagLst xmlns:p="http://schemas.openxmlformats.org/presentationml/2006/main">
  <p:tag name="KSO_WM_BEAUTIFY_FLAG" val=""/>
</p:tagLst>
</file>

<file path=ppt/tags/tag126.xml><?xml version="1.0" encoding="utf-8"?>
<p:tagLst xmlns:p="http://schemas.openxmlformats.org/presentationml/2006/main">
  <p:tag name="KSO_WM_BEAUTIFY_FLAG" val=""/>
</p:tagLst>
</file>

<file path=ppt/tags/tag127.xml><?xml version="1.0" encoding="utf-8"?>
<p:tagLst xmlns:p="http://schemas.openxmlformats.org/presentationml/2006/main">
  <p:tag name="KSO_WM_BEAUTIFY_FLAG" val=""/>
</p:tagLst>
</file>

<file path=ppt/tags/tag128.xml><?xml version="1.0" encoding="utf-8"?>
<p:tagLst xmlns:p="http://schemas.openxmlformats.org/presentationml/2006/main">
  <p:tag name="KSO_WM_BEAUTIFY_FLAG" val=""/>
</p:tagLst>
</file>

<file path=ppt/tags/tag129.xml><?xml version="1.0" encoding="utf-8"?>
<p:tagLst xmlns:p="http://schemas.openxmlformats.org/presentationml/2006/main">
  <p:tag name="KSO_WM_BEAUTIFY_FLAG" val=""/>
</p:tagLst>
</file>

<file path=ppt/tags/tag130.xml><?xml version="1.0" encoding="utf-8"?>
<p:tagLst xmlns:p="http://schemas.openxmlformats.org/presentationml/2006/main">
  <p:tag name="KSO_WM_BEAUTIFY_FLAG" val=""/>
</p:tagLst>
</file>

<file path=ppt/tags/tag131.xml><?xml version="1.0" encoding="utf-8"?>
<p:tagLst xmlns:p="http://schemas.openxmlformats.org/presentationml/2006/main">
  <p:tag name="KSO_WM_BEAUTIFY_FLAG" val=""/>
</p:tagLst>
</file>

<file path=ppt/tags/tag132.xml><?xml version="1.0" encoding="utf-8"?>
<p:tagLst xmlns:p="http://schemas.openxmlformats.org/presentationml/2006/main">
  <p:tag name="KSO_WM_BEAUTIFY_FLAG" val=""/>
</p:tagLst>
</file>

<file path=ppt/tags/tag133.xml><?xml version="1.0" encoding="utf-8"?>
<p:tagLst xmlns:p="http://schemas.openxmlformats.org/presentationml/2006/main">
  <p:tag name="KSO_WM_BEAUTIFY_FLAG" val=""/>
</p:tagLst>
</file>

<file path=ppt/tags/tag134.xml><?xml version="1.0" encoding="utf-8"?>
<p:tagLst xmlns:p="http://schemas.openxmlformats.org/presentationml/2006/main">
  <p:tag name="KSO_WM_BEAUTIFY_FLAG" val=""/>
</p:tagLst>
</file>

<file path=ppt/tags/tag135.xml><?xml version="1.0" encoding="utf-8"?>
<p:tagLst xmlns:p="http://schemas.openxmlformats.org/presentationml/2006/main">
  <p:tag name="KSO_WM_BEAUTIFY_FLAG" val=""/>
</p:tagLst>
</file>

<file path=ppt/tags/tag136.xml><?xml version="1.0" encoding="utf-8"?>
<p:tagLst xmlns:p="http://schemas.openxmlformats.org/presentationml/2006/main">
  <p:tag name="KSO_WM_BEAUTIFY_FLAG" val=""/>
</p:tagLst>
</file>

<file path=ppt/tags/tag137.xml><?xml version="1.0" encoding="utf-8"?>
<p:tagLst xmlns:p="http://schemas.openxmlformats.org/presentationml/2006/main">
  <p:tag name="KSO_WM_BEAUTIFY_FLAG" val=""/>
</p:tagLst>
</file>

<file path=ppt/tags/tag138.xml><?xml version="1.0" encoding="utf-8"?>
<p:tagLst xmlns:p="http://schemas.openxmlformats.org/presentationml/2006/main">
  <p:tag name="KSO_WM_BEAUTIFY_FLAG" val=""/>
</p:tagLst>
</file>

<file path=ppt/tags/tag139.xml><?xml version="1.0" encoding="utf-8"?>
<p:tagLst xmlns:p="http://schemas.openxmlformats.org/presentationml/2006/main">
  <p:tag name="KSO_WM_BEAUTIFY_FLAG" val=""/>
</p:tagLst>
</file>

<file path=ppt/tags/tag140.xml><?xml version="1.0" encoding="utf-8"?>
<p:tagLst xmlns:p="http://schemas.openxmlformats.org/presentationml/2006/main">
  <p:tag name="KSO_WM_BEAUTIFY_FLAG" val=""/>
</p:tagLst>
</file>

<file path=ppt/tags/tag141.xml><?xml version="1.0" encoding="utf-8"?>
<p:tagLst xmlns:p="http://schemas.openxmlformats.org/presentationml/2006/main">
  <p:tag name="KSO_WM_BEAUTIFY_FLAG" val=""/>
</p:tagLst>
</file>

<file path=ppt/tags/tag142.xml><?xml version="1.0" encoding="utf-8"?>
<p:tagLst xmlns:p="http://schemas.openxmlformats.org/presentationml/2006/main">
  <p:tag name="KSO_WM_BEAUTIFY_FLAG" val=""/>
</p:tagLst>
</file>

<file path=ppt/tags/tag143.xml><?xml version="1.0" encoding="utf-8"?>
<p:tagLst xmlns:p="http://schemas.openxmlformats.org/presentationml/2006/main">
  <p:tag name="KSO_WM_BEAUTIFY_FLAG" val=""/>
</p:tagLst>
</file>

<file path=ppt/tags/tag144.xml><?xml version="1.0" encoding="utf-8"?>
<p:tagLst xmlns:p="http://schemas.openxmlformats.org/presentationml/2006/main">
  <p:tag name="KSO_WM_BEAUTIFY_FLAG" val=""/>
</p:tagLst>
</file>

<file path=ppt/tags/tag145.xml><?xml version="1.0" encoding="utf-8"?>
<p:tagLst xmlns:p="http://schemas.openxmlformats.org/presentationml/2006/main">
  <p:tag name="KSO_WM_BEAUTIFY_FLAG" val=""/>
</p:tagLst>
</file>

<file path=ppt/tags/tag146.xml><?xml version="1.0" encoding="utf-8"?>
<p:tagLst xmlns:p="http://schemas.openxmlformats.org/presentationml/2006/main">
  <p:tag name="KSO_WM_BEAUTIFY_FLAG" val=""/>
</p:tagLst>
</file>

<file path=ppt/tags/tag147.xml><?xml version="1.0" encoding="utf-8"?>
<p:tagLst xmlns:p="http://schemas.openxmlformats.org/presentationml/2006/main">
  <p:tag name="KSO_WM_BEAUTIFY_FLAG" val=""/>
</p:tagLst>
</file>

<file path=ppt/tags/tag148.xml><?xml version="1.0" encoding="utf-8"?>
<p:tagLst xmlns:p="http://schemas.openxmlformats.org/presentationml/2006/main">
  <p:tag name="KSO_WM_BEAUTIFY_FLAG" val=""/>
</p:tagLst>
</file>

<file path=ppt/tags/tag149.xml><?xml version="1.0" encoding="utf-8"?>
<p:tagLst xmlns:p="http://schemas.openxmlformats.org/presentationml/2006/main">
  <p:tag name="KSO_WM_BEAUTIFY_FLAG" val=""/>
</p:tagLst>
</file>

<file path=ppt/tags/tag150.xml><?xml version="1.0" encoding="utf-8"?>
<p:tagLst xmlns:p="http://schemas.openxmlformats.org/presentationml/2006/main">
  <p:tag name="KSO_WM_BEAUTIFY_FLAG" val=""/>
</p:tagLst>
</file>

<file path=ppt/tags/tag151.xml><?xml version="1.0" encoding="utf-8"?>
<p:tagLst xmlns:p="http://schemas.openxmlformats.org/presentationml/2006/main">
  <p:tag name="KSO_WM_BEAUTIFY_FLAG" val=""/>
</p:tagLst>
</file>

<file path=ppt/tags/tag152.xml><?xml version="1.0" encoding="utf-8"?>
<p:tagLst xmlns:p="http://schemas.openxmlformats.org/presentationml/2006/main">
  <p:tag name="KSO_WM_BEAUTIFY_FLAG" val=""/>
</p:tagLst>
</file>

<file path=ppt/tags/tag153.xml><?xml version="1.0" encoding="utf-8"?>
<p:tagLst xmlns:p="http://schemas.openxmlformats.org/presentationml/2006/main">
  <p:tag name="KSO_WM_BEAUTIFY_FLAG" val=""/>
</p:tagLst>
</file>

<file path=ppt/tags/tag154.xml><?xml version="1.0" encoding="utf-8"?>
<p:tagLst xmlns:p="http://schemas.openxmlformats.org/presentationml/2006/main">
  <p:tag name="KSO_WM_BEAUTIFY_FLAG" val=""/>
</p:tagLst>
</file>

<file path=ppt/tags/tag155.xml><?xml version="1.0" encoding="utf-8"?>
<p:tagLst xmlns:p="http://schemas.openxmlformats.org/presentationml/2006/main">
  <p:tag name="KSO_WM_BEAUTIFY_FLAG" val=""/>
</p:tagLst>
</file>

<file path=ppt/tags/tag156.xml><?xml version="1.0" encoding="utf-8"?>
<p:tagLst xmlns:p="http://schemas.openxmlformats.org/presentationml/2006/main">
  <p:tag name="KSO_WM_BEAUTIFY_FLAG" val=""/>
</p:tagLst>
</file>

<file path=ppt/tags/tag157.xml><?xml version="1.0" encoding="utf-8"?>
<p:tagLst xmlns:p="http://schemas.openxmlformats.org/presentationml/2006/main">
  <p:tag name="KSO_WM_BEAUTIFY_FLAG" val=""/>
</p:tagLst>
</file>

<file path=ppt/tags/tag158.xml><?xml version="1.0" encoding="utf-8"?>
<p:tagLst xmlns:p="http://schemas.openxmlformats.org/presentationml/2006/main">
  <p:tag name="KSO_WM_BEAUTIFY_FLAG" val=""/>
</p:tagLst>
</file>

<file path=ppt/tags/tag159.xml><?xml version="1.0" encoding="utf-8"?>
<p:tagLst xmlns:p="http://schemas.openxmlformats.org/presentationml/2006/main">
  <p:tag name="KSO_WM_BEAUTIFY_FLAG" val=""/>
</p:tagLst>
</file>

<file path=ppt/tags/tag160.xml><?xml version="1.0" encoding="utf-8"?>
<p:tagLst xmlns:p="http://schemas.openxmlformats.org/presentationml/2006/main">
  <p:tag name="KSO_WM_BEAUTIFY_FLAG" val=""/>
</p:tagLst>
</file>

<file path=ppt/tags/tag161.xml><?xml version="1.0" encoding="utf-8"?>
<p:tagLst xmlns:p="http://schemas.openxmlformats.org/presentationml/2006/main">
  <p:tag name="KSO_WM_BEAUTIFY_FLAG" val=""/>
</p:tagLst>
</file>

<file path=ppt/tags/tag162.xml><?xml version="1.0" encoding="utf-8"?>
<p:tagLst xmlns:p="http://schemas.openxmlformats.org/presentationml/2006/main">
  <p:tag name="KSO_WM_BEAUTIFY_FLAG" val=""/>
</p:tagLst>
</file>

<file path=ppt/tags/tag163.xml><?xml version="1.0" encoding="utf-8"?>
<p:tagLst xmlns:p="http://schemas.openxmlformats.org/presentationml/2006/main">
  <p:tag name="KSO_WM_BEAUTIFY_FLAG" val=""/>
</p:tagLst>
</file>

<file path=ppt/tags/tag164.xml><?xml version="1.0" encoding="utf-8"?>
<p:tagLst xmlns:p="http://schemas.openxmlformats.org/presentationml/2006/main">
  <p:tag name="KSO_WM_BEAUTIFY_FLAG" val=""/>
</p:tagLst>
</file>

<file path=ppt/tags/tag165.xml><?xml version="1.0" encoding="utf-8"?>
<p:tagLst xmlns:p="http://schemas.openxmlformats.org/presentationml/2006/main">
  <p:tag name="KSO_WM_BEAUTIFY_FLAG" val=""/>
</p:tagLst>
</file>

<file path=ppt/tags/tag166.xml><?xml version="1.0" encoding="utf-8"?>
<p:tagLst xmlns:p="http://schemas.openxmlformats.org/presentationml/2006/main">
  <p:tag name="KSO_WM_BEAUTIFY_FLAG" val=""/>
</p:tagLst>
</file>

<file path=ppt/tags/tag167.xml><?xml version="1.0" encoding="utf-8"?>
<p:tagLst xmlns:p="http://schemas.openxmlformats.org/presentationml/2006/main">
  <p:tag name="KSO_WM_BEAUTIFY_FLAG" val=""/>
</p:tagLst>
</file>

<file path=ppt/tags/tag168.xml><?xml version="1.0" encoding="utf-8"?>
<p:tagLst xmlns:p="http://schemas.openxmlformats.org/presentationml/2006/main">
  <p:tag name="KSO_WM_BEAUTIFY_FLAG" val=""/>
</p:tagLst>
</file>

<file path=ppt/tags/tag169.xml><?xml version="1.0" encoding="utf-8"?>
<p:tagLst xmlns:p="http://schemas.openxmlformats.org/presentationml/2006/main">
  <p:tag name="KSO_WM_BEAUTIFY_FLAG" val=""/>
</p:tagLst>
</file>

<file path=ppt/tags/tag170.xml><?xml version="1.0" encoding="utf-8"?>
<p:tagLst xmlns:p="http://schemas.openxmlformats.org/presentationml/2006/main">
  <p:tag name="KSO_WM_BEAUTIFY_FLAG" val=""/>
</p:tagLst>
</file>

<file path=ppt/tags/tag171.xml><?xml version="1.0" encoding="utf-8"?>
<p:tagLst xmlns:p="http://schemas.openxmlformats.org/presentationml/2006/main">
  <p:tag name="KSO_WM_BEAUTIFY_FLAG" val=""/>
</p:tagLst>
</file>

<file path=ppt/tags/tag172.xml><?xml version="1.0" encoding="utf-8"?>
<p:tagLst xmlns:p="http://schemas.openxmlformats.org/presentationml/2006/main">
  <p:tag name="KSO_WM_BEAUTIFY_FLAG" val=""/>
</p:tagLst>
</file>

<file path=ppt/tags/tag173.xml><?xml version="1.0" encoding="utf-8"?>
<p:tagLst xmlns:p="http://schemas.openxmlformats.org/presentationml/2006/main">
  <p:tag name="KSO_WM_BEAUTIFY_FLAG" val=""/>
</p:tagLst>
</file>

<file path=ppt/tags/tag174.xml><?xml version="1.0" encoding="utf-8"?>
<p:tagLst xmlns:p="http://schemas.openxmlformats.org/presentationml/2006/main">
  <p:tag name="KSO_WM_BEAUTIFY_FLAG" val=""/>
</p:tagLst>
</file>

<file path=ppt/tags/tag175.xml><?xml version="1.0" encoding="utf-8"?>
<p:tagLst xmlns:p="http://schemas.openxmlformats.org/presentationml/2006/main">
  <p:tag name="KSO_WM_BEAUTIFY_FLAG" val=""/>
</p:tagLst>
</file>

<file path=ppt/tags/tag176.xml><?xml version="1.0" encoding="utf-8"?>
<p:tagLst xmlns:p="http://schemas.openxmlformats.org/presentationml/2006/main">
  <p:tag name="KSO_WM_BEAUTIFY_FLAG" val=""/>
</p:tagLst>
</file>

<file path=ppt/tags/tag177.xml><?xml version="1.0" encoding="utf-8"?>
<p:tagLst xmlns:p="http://schemas.openxmlformats.org/presentationml/2006/main">
  <p:tag name="KSO_WM_BEAUTIFY_FLAG" val=""/>
</p:tagLst>
</file>

<file path=ppt/tags/tag178.xml><?xml version="1.0" encoding="utf-8"?>
<p:tagLst xmlns:p="http://schemas.openxmlformats.org/presentationml/2006/main">
  <p:tag name="KSO_WM_BEAUTIFY_FLAG" val=""/>
</p:tagLst>
</file>

<file path=ppt/tags/tag179.xml><?xml version="1.0" encoding="utf-8"?>
<p:tagLst xmlns:p="http://schemas.openxmlformats.org/presentationml/2006/main">
  <p:tag name="KSO_WM_BEAUTIFY_FLAG" val=""/>
</p:tagLst>
</file>

<file path=ppt/tags/tag180.xml><?xml version="1.0" encoding="utf-8"?>
<p:tagLst xmlns:p="http://schemas.openxmlformats.org/presentationml/2006/main">
  <p:tag name="KSO_WM_BEAUTIFY_FLAG" val=""/>
</p:tagLst>
</file>

<file path=ppt/tags/tag181.xml><?xml version="1.0" encoding="utf-8"?>
<p:tagLst xmlns:p="http://schemas.openxmlformats.org/presentationml/2006/main">
  <p:tag name="KSO_WM_BEAUTIFY_FLAG" val=""/>
</p:tagLst>
</file>

<file path=ppt/tags/tag182.xml><?xml version="1.0" encoding="utf-8"?>
<p:tagLst xmlns:p="http://schemas.openxmlformats.org/presentationml/2006/main">
  <p:tag name="KSO_WM_BEAUTIFY_FLAG" val=""/>
</p:tagLst>
</file>

<file path=ppt/tags/tag183.xml><?xml version="1.0" encoding="utf-8"?>
<p:tagLst xmlns:p="http://schemas.openxmlformats.org/presentationml/2006/main">
  <p:tag name="KSO_WM_BEAUTIFY_FLAG" val=""/>
</p:tagLst>
</file>

<file path=ppt/tags/tag184.xml><?xml version="1.0" encoding="utf-8"?>
<p:tagLst xmlns:p="http://schemas.openxmlformats.org/presentationml/2006/main">
  <p:tag name="KSO_WM_BEAUTIFY_FLAG" val=""/>
</p:tagLst>
</file>

<file path=ppt/tags/tag185.xml><?xml version="1.0" encoding="utf-8"?>
<p:tagLst xmlns:p="http://schemas.openxmlformats.org/presentationml/2006/main">
  <p:tag name="KSO_WM_BEAUTIFY_FLAG" val=""/>
</p:tagLst>
</file>

<file path=ppt/tags/tag186.xml><?xml version="1.0" encoding="utf-8"?>
<p:tagLst xmlns:p="http://schemas.openxmlformats.org/presentationml/2006/main">
  <p:tag name="KSO_WM_BEAUTIFY_FLAG" val=""/>
</p:tagLst>
</file>

<file path=ppt/tags/tag187.xml><?xml version="1.0" encoding="utf-8"?>
<p:tagLst xmlns:p="http://schemas.openxmlformats.org/presentationml/2006/main">
  <p:tag name="KSO_WM_BEAUTIFY_FLAG" val=""/>
</p:tagLst>
</file>

<file path=ppt/tags/tag188.xml><?xml version="1.0" encoding="utf-8"?>
<p:tagLst xmlns:p="http://schemas.openxmlformats.org/presentationml/2006/main">
  <p:tag name="KSO_WM_BEAUTIFY_FLAG" val=""/>
</p:tagLst>
</file>

<file path=ppt/tags/tag189.xml><?xml version="1.0" encoding="utf-8"?>
<p:tagLst xmlns:p="http://schemas.openxmlformats.org/presentationml/2006/main">
  <p:tag name="KSO_WM_BEAUTIFY_FLAG" val=""/>
</p:tagLst>
</file>

<file path=ppt/tags/tag190.xml><?xml version="1.0" encoding="utf-8"?>
<p:tagLst xmlns:p="http://schemas.openxmlformats.org/presentationml/2006/main">
  <p:tag name="KSO_WM_BEAUTIFY_FLAG" val=""/>
</p:tagLst>
</file>

<file path=ppt/tags/tag191.xml><?xml version="1.0" encoding="utf-8"?>
<p:tagLst xmlns:p="http://schemas.openxmlformats.org/presentationml/2006/main">
  <p:tag name="KSO_WM_BEAUTIFY_FLAG" val=""/>
</p:tagLst>
</file>

<file path=ppt/tags/tag192.xml><?xml version="1.0" encoding="utf-8"?>
<p:tagLst xmlns:p="http://schemas.openxmlformats.org/presentationml/2006/main">
  <p:tag name="KSO_WM_BEAUTIFY_FLAG" val=""/>
</p:tagLst>
</file>

<file path=ppt/tags/tag193.xml><?xml version="1.0" encoding="utf-8"?>
<p:tagLst xmlns:p="http://schemas.openxmlformats.org/presentationml/2006/main">
  <p:tag name="KSO_WM_BEAUTIFY_FLAG" val=""/>
</p:tagLst>
</file>

<file path=ppt/tags/tag194.xml><?xml version="1.0" encoding="utf-8"?>
<p:tagLst xmlns:p="http://schemas.openxmlformats.org/presentationml/2006/main">
  <p:tag name="KSO_WM_BEAUTIFY_FLAG" val=""/>
</p:tagLst>
</file>

<file path=ppt/tags/tag195.xml><?xml version="1.0" encoding="utf-8"?>
<p:tagLst xmlns:p="http://schemas.openxmlformats.org/presentationml/2006/main">
  <p:tag name="KSO_WM_BEAUTIFY_FLAG" val=""/>
</p:tagLst>
</file>

<file path=ppt/tags/tag196.xml><?xml version="1.0" encoding="utf-8"?>
<p:tagLst xmlns:p="http://schemas.openxmlformats.org/presentationml/2006/main">
  <p:tag name="KSO_WM_BEAUTIFY_FLAG" val=""/>
</p:tagLst>
</file>

<file path=ppt/tags/tag197.xml><?xml version="1.0" encoding="utf-8"?>
<p:tagLst xmlns:p="http://schemas.openxmlformats.org/presentationml/2006/main">
  <p:tag name="KSO_WM_BEAUTIFY_FLAG" val=""/>
</p:tagLst>
</file>

<file path=ppt/tags/tag198.xml><?xml version="1.0" encoding="utf-8"?>
<p:tagLst xmlns:p="http://schemas.openxmlformats.org/presentationml/2006/main">
  <p:tag name="KSO_WM_BEAUTIFY_FLAG" val=""/>
</p:tagLst>
</file>

<file path=ppt/tags/tag199.xml><?xml version="1.0" encoding="utf-8"?>
<p:tagLst xmlns:p="http://schemas.openxmlformats.org/presentationml/2006/main">
  <p:tag name="KSO_WM_BEAUTIFY_FLAG" val=""/>
</p:tagLst>
</file>

<file path=ppt/tags/tag200.xml><?xml version="1.0" encoding="utf-8"?>
<p:tagLst xmlns:p="http://schemas.openxmlformats.org/presentationml/2006/main">
  <p:tag name="KSO_WM_BEAUTIFY_FLAG" val=""/>
</p:tagLst>
</file>

<file path=ppt/tags/tag201.xml><?xml version="1.0" encoding="utf-8"?>
<p:tagLst xmlns:p="http://schemas.openxmlformats.org/presentationml/2006/main">
  <p:tag name="KSO_WM_BEAUTIFY_FLAG" val=""/>
</p:tagLst>
</file>

<file path=ppt/tags/tag202.xml><?xml version="1.0" encoding="utf-8"?>
<p:tagLst xmlns:p="http://schemas.openxmlformats.org/presentationml/2006/main">
  <p:tag name="KSO_WM_BEAUTIFY_FLAG" val=""/>
</p:tagLst>
</file>

<file path=ppt/tags/tag203.xml><?xml version="1.0" encoding="utf-8"?>
<p:tagLst xmlns:p="http://schemas.openxmlformats.org/presentationml/2006/main">
  <p:tag name="KSO_WM_BEAUTIFY_FLAG" val=""/>
</p:tagLst>
</file>

<file path=ppt/tags/tag204.xml><?xml version="1.0" encoding="utf-8"?>
<p:tagLst xmlns:p="http://schemas.openxmlformats.org/presentationml/2006/main">
  <p:tag name="KSO_WM_BEAUTIFY_FLAG" val=""/>
</p:tagLst>
</file>

<file path=ppt/tags/tag205.xml><?xml version="1.0" encoding="utf-8"?>
<p:tagLst xmlns:p="http://schemas.openxmlformats.org/presentationml/2006/main">
  <p:tag name="KSO_WM_BEAUTIFY_FLAG" val=""/>
</p:tagLst>
</file>

<file path=ppt/tags/tag206.xml><?xml version="1.0" encoding="utf-8"?>
<p:tagLst xmlns:p="http://schemas.openxmlformats.org/presentationml/2006/main">
  <p:tag name="KSO_WM_BEAUTIFY_FLAG" val=""/>
</p:tagLst>
</file>

<file path=ppt/tags/tag207.xml><?xml version="1.0" encoding="utf-8"?>
<p:tagLst xmlns:p="http://schemas.openxmlformats.org/presentationml/2006/main">
  <p:tag name="KSO_WM_BEAUTIFY_FLAG" val=""/>
</p:tagLst>
</file>

<file path=ppt/tags/tag208.xml><?xml version="1.0" encoding="utf-8"?>
<p:tagLst xmlns:p="http://schemas.openxmlformats.org/presentationml/2006/main">
  <p:tag name="KSO_WM_BEAUTIFY_FLAG" val=""/>
</p:tagLst>
</file>

<file path=ppt/tags/tag209.xml><?xml version="1.0" encoding="utf-8"?>
<p:tagLst xmlns:p="http://schemas.openxmlformats.org/presentationml/2006/main">
  <p:tag name="KSO_WM_BEAUTIFY_FLAG" val=""/>
</p:tagLst>
</file>

<file path=ppt/tags/tag210.xml><?xml version="1.0" encoding="utf-8"?>
<p:tagLst xmlns:p="http://schemas.openxmlformats.org/presentationml/2006/main">
  <p:tag name="KSO_WM_BEAUTIFY_FLAG" val=""/>
</p:tagLst>
</file>

<file path=ppt/tags/tag211.xml><?xml version="1.0" encoding="utf-8"?>
<p:tagLst xmlns:p="http://schemas.openxmlformats.org/presentationml/2006/main">
  <p:tag name="KSO_WM_BEAUTIFY_FLAG" val=""/>
</p:tagLst>
</file>

<file path=ppt/tags/tag212.xml><?xml version="1.0" encoding="utf-8"?>
<p:tagLst xmlns:p="http://schemas.openxmlformats.org/presentationml/2006/main">
  <p:tag name="KSO_WM_BEAUTIFY_FLAG" val=""/>
</p:tagLst>
</file>

<file path=ppt/tags/tag213.xml><?xml version="1.0" encoding="utf-8"?>
<p:tagLst xmlns:p="http://schemas.openxmlformats.org/presentationml/2006/main">
  <p:tag name="KSO_WM_BEAUTIFY_FLAG" val=""/>
</p:tagLst>
</file>

<file path=ppt/tags/tag214.xml><?xml version="1.0" encoding="utf-8"?>
<p:tagLst xmlns:p="http://schemas.openxmlformats.org/presentationml/2006/main">
  <p:tag name="KSO_WM_BEAUTIFY_FLAG" val=""/>
</p:tagLst>
</file>

<file path=ppt/tags/tag215.xml><?xml version="1.0" encoding="utf-8"?>
<p:tagLst xmlns:p="http://schemas.openxmlformats.org/presentationml/2006/main">
  <p:tag name="KSO_WM_BEAUTIFY_FLAG" val=""/>
</p:tagLst>
</file>

<file path=ppt/tags/tag216.xml><?xml version="1.0" encoding="utf-8"?>
<p:tagLst xmlns:p="http://schemas.openxmlformats.org/presentationml/2006/main">
  <p:tag name="KSO_WM_BEAUTIFY_FLAG" val=""/>
</p:tagLst>
</file>

<file path=ppt/tags/tag217.xml><?xml version="1.0" encoding="utf-8"?>
<p:tagLst xmlns:p="http://schemas.openxmlformats.org/presentationml/2006/main">
  <p:tag name="KSO_WM_BEAUTIFY_FLAG" val=""/>
</p:tagLst>
</file>

<file path=ppt/tags/tag218.xml><?xml version="1.0" encoding="utf-8"?>
<p:tagLst xmlns:p="http://schemas.openxmlformats.org/presentationml/2006/main">
  <p:tag name="KSO_WM_BEAUTIFY_FLAG" val=""/>
</p:tagLst>
</file>

<file path=ppt/tags/tag219.xml><?xml version="1.0" encoding="utf-8"?>
<p:tagLst xmlns:p="http://schemas.openxmlformats.org/presentationml/2006/main">
  <p:tag name="KSO_WM_BEAUTIFY_FLAG" val=""/>
</p:tagLst>
</file>

<file path=ppt/tags/tag220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638</Words>
  <Application>WPS 文字</Application>
  <PresentationFormat>宽屏</PresentationFormat>
  <Paragraphs>204</Paragraphs>
  <Slides>15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30" baseType="lpstr">
      <vt:lpstr>Arial</vt:lpstr>
      <vt:lpstr>宋体</vt:lpstr>
      <vt:lpstr>Wingdings</vt:lpstr>
      <vt:lpstr>DejaVu Math TeX Gyre</vt:lpstr>
      <vt:lpstr>楷体</vt:lpstr>
      <vt:lpstr>汉仪楷体KW</vt:lpstr>
      <vt:lpstr>宋体</vt:lpstr>
      <vt:lpstr>汉仪书宋二KW</vt:lpstr>
      <vt:lpstr>Calibri</vt:lpstr>
      <vt:lpstr>Helvetica Neue</vt:lpstr>
      <vt:lpstr>微软雅黑</vt:lpstr>
      <vt:lpstr>汉仪旗黑</vt:lpstr>
      <vt:lpstr>Arial Unicode MS</vt:lpstr>
      <vt:lpstr>Apple Color Emoji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随风</cp:lastModifiedBy>
  <cp:revision>128</cp:revision>
  <dcterms:created xsi:type="dcterms:W3CDTF">2025-03-26T05:55:46Z</dcterms:created>
  <dcterms:modified xsi:type="dcterms:W3CDTF">2025-03-26T05:55:46Z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2052-7.2.2.8955</vt:lpwstr>
  </property>
  <property fmtid="{D5CDD505-2E9C-101B-9397-08002B2CF9AE}" pid="3" name="ICV">
    <vt:lpwstr>B9A71E4FB4F71E8FB466E56516999C6A_41</vt:lpwstr>
  </property>
</Properties>
</file>