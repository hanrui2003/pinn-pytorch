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56" r:id="rId3"/>
    <p:sldId id="257" r:id="rId5"/>
    <p:sldId id="258" r:id="rId6"/>
    <p:sldId id="260" r:id="rId7"/>
    <p:sldId id="259" r:id="rId8"/>
    <p:sldId id="261" r:id="rId9"/>
    <p:sldId id="262" r:id="rId10"/>
    <p:sldId id="264" r:id="rId11"/>
    <p:sldId id="266" r:id="rId12"/>
    <p:sldId id="270" r:id="rId13"/>
    <p:sldId id="271" r:id="rId14"/>
    <p:sldId id="265" r:id="rId15"/>
    <p:sldId id="273" r:id="rId16"/>
    <p:sldId id="274" r:id="rId17"/>
  </p:sldIdLst>
  <p:sldSz cx="12192000" cy="6858000"/>
  <p:notesSz cx="7103745" cy="10234295"/>
  <p:embeddedFontLst>
    <p:embeddedFont>
      <p:font typeface="DejaVu Math TeX Gyre" panose="02000503000000000000" charset="0"/>
      <p:regular r:id="rId23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3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y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093"/>
        <p:guide pos="37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font" Target="fonts/font1.fntdata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5" Type="http://schemas.openxmlformats.org/officeDocument/2006/relationships/notesSlide" Target="../notesSlides/notesSlide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image" Target="../media/image1.png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image" Target="../media/image2.png"/><Relationship Id="rId3" Type="http://schemas.openxmlformats.org/officeDocument/2006/relationships/tags" Target="../tags/tag23.xml"/><Relationship Id="rId20" Type="http://schemas.openxmlformats.org/officeDocument/2006/relationships/notesSlide" Target="../notesSlides/notesSlide2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tags" Target="../tags/tag47.xml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image" Target="../media/image2.png"/><Relationship Id="rId30" Type="http://schemas.openxmlformats.org/officeDocument/2006/relationships/notesSlide" Target="../notesSlides/notesSlide6.xml"/><Relationship Id="rId3" Type="http://schemas.openxmlformats.org/officeDocument/2006/relationships/tags" Target="../tags/tag43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64.xml"/><Relationship Id="rId27" Type="http://schemas.openxmlformats.org/officeDocument/2006/relationships/image" Target="../media/image15.png"/><Relationship Id="rId26" Type="http://schemas.openxmlformats.org/officeDocument/2006/relationships/tags" Target="../tags/tag63.xml"/><Relationship Id="rId25" Type="http://schemas.openxmlformats.org/officeDocument/2006/relationships/image" Target="../media/image14.png"/><Relationship Id="rId24" Type="http://schemas.openxmlformats.org/officeDocument/2006/relationships/tags" Target="../tags/tag62.xml"/><Relationship Id="rId23" Type="http://schemas.openxmlformats.org/officeDocument/2006/relationships/tags" Target="../tags/tag61.xml"/><Relationship Id="rId22" Type="http://schemas.openxmlformats.org/officeDocument/2006/relationships/tags" Target="../tags/tag60.xml"/><Relationship Id="rId21" Type="http://schemas.openxmlformats.org/officeDocument/2006/relationships/tags" Target="../tags/tag59.xml"/><Relationship Id="rId20" Type="http://schemas.openxmlformats.org/officeDocument/2006/relationships/tags" Target="../tags/tag58.xml"/><Relationship Id="rId2" Type="http://schemas.openxmlformats.org/officeDocument/2006/relationships/image" Target="../media/image3.png"/><Relationship Id="rId19" Type="http://schemas.openxmlformats.org/officeDocument/2006/relationships/tags" Target="../tags/tag57.xml"/><Relationship Id="rId18" Type="http://schemas.openxmlformats.org/officeDocument/2006/relationships/tags" Target="../tags/tag56.xml"/><Relationship Id="rId17" Type="http://schemas.openxmlformats.org/officeDocument/2006/relationships/image" Target="../media/image13.png"/><Relationship Id="rId16" Type="http://schemas.openxmlformats.org/officeDocument/2006/relationships/tags" Target="../tags/tag55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tags" Target="../tags/tag50.xml"/><Relationship Id="rId10" Type="http://schemas.openxmlformats.org/officeDocument/2006/relationships/tags" Target="../tags/tag49.xml"/><Relationship Id="rId1" Type="http://schemas.openxmlformats.org/officeDocument/2006/relationships/tags" Target="../tags/tag4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notesSlide" Target="../notesSlides/notesSlide7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76.xml"/><Relationship Id="rId14" Type="http://schemas.openxmlformats.org/officeDocument/2006/relationships/image" Target="../media/image15.png"/><Relationship Id="rId13" Type="http://schemas.openxmlformats.org/officeDocument/2006/relationships/tags" Target="../tags/tag75.xml"/><Relationship Id="rId12" Type="http://schemas.openxmlformats.org/officeDocument/2006/relationships/image" Target="../media/image14.png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17.png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5.png"/><Relationship Id="rId4" Type="http://schemas.openxmlformats.org/officeDocument/2006/relationships/tags" Target="../tags/tag79.xml"/><Relationship Id="rId34" Type="http://schemas.openxmlformats.org/officeDocument/2006/relationships/notesSlide" Target="../notesSlides/notesSlide8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01.xml"/><Relationship Id="rId31" Type="http://schemas.openxmlformats.org/officeDocument/2006/relationships/tags" Target="../tags/tag100.xml"/><Relationship Id="rId30" Type="http://schemas.openxmlformats.org/officeDocument/2006/relationships/tags" Target="../tags/tag99.xml"/><Relationship Id="rId3" Type="http://schemas.openxmlformats.org/officeDocument/2006/relationships/tags" Target="../tags/tag78.xml"/><Relationship Id="rId29" Type="http://schemas.openxmlformats.org/officeDocument/2006/relationships/tags" Target="../tags/tag98.xml"/><Relationship Id="rId28" Type="http://schemas.openxmlformats.org/officeDocument/2006/relationships/tags" Target="../tags/tag97.xml"/><Relationship Id="rId27" Type="http://schemas.openxmlformats.org/officeDocument/2006/relationships/tags" Target="../tags/tag96.xml"/><Relationship Id="rId26" Type="http://schemas.openxmlformats.org/officeDocument/2006/relationships/tags" Target="../tags/tag95.xml"/><Relationship Id="rId25" Type="http://schemas.openxmlformats.org/officeDocument/2006/relationships/tags" Target="../tags/tag94.xml"/><Relationship Id="rId24" Type="http://schemas.openxmlformats.org/officeDocument/2006/relationships/tags" Target="../tags/tag93.xml"/><Relationship Id="rId23" Type="http://schemas.openxmlformats.org/officeDocument/2006/relationships/tags" Target="../tags/tag92.xml"/><Relationship Id="rId22" Type="http://schemas.openxmlformats.org/officeDocument/2006/relationships/tags" Target="../tags/tag91.xml"/><Relationship Id="rId21" Type="http://schemas.openxmlformats.org/officeDocument/2006/relationships/tags" Target="../tags/tag90.xml"/><Relationship Id="rId20" Type="http://schemas.openxmlformats.org/officeDocument/2006/relationships/image" Target="../media/image10.png"/><Relationship Id="rId2" Type="http://schemas.openxmlformats.org/officeDocument/2006/relationships/image" Target="../media/image4.png"/><Relationship Id="rId19" Type="http://schemas.openxmlformats.org/officeDocument/2006/relationships/tags" Target="../tags/tag89.xml"/><Relationship Id="rId18" Type="http://schemas.openxmlformats.org/officeDocument/2006/relationships/tags" Target="../tags/tag88.xml"/><Relationship Id="rId17" Type="http://schemas.openxmlformats.org/officeDocument/2006/relationships/image" Target="../media/image9.png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image" Target="../media/image8.png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18.png"/><Relationship Id="rId10" Type="http://schemas.openxmlformats.org/officeDocument/2006/relationships/tags" Target="../tags/tag83.xml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07.xml"/><Relationship Id="rId8" Type="http://schemas.openxmlformats.org/officeDocument/2006/relationships/image" Target="../media/image20.png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image" Target="../media/image19.png"/><Relationship Id="rId4" Type="http://schemas.openxmlformats.org/officeDocument/2006/relationships/tags" Target="../tags/tag104.xml"/><Relationship Id="rId34" Type="http://schemas.openxmlformats.org/officeDocument/2006/relationships/notesSlide" Target="../notesSlides/notesSlide9.xml"/><Relationship Id="rId33" Type="http://schemas.openxmlformats.org/officeDocument/2006/relationships/slideLayout" Target="../slideLayouts/slideLayout1.xml"/><Relationship Id="rId32" Type="http://schemas.openxmlformats.org/officeDocument/2006/relationships/tags" Target="../tags/tag126.xml"/><Relationship Id="rId31" Type="http://schemas.openxmlformats.org/officeDocument/2006/relationships/tags" Target="../tags/tag125.xml"/><Relationship Id="rId30" Type="http://schemas.openxmlformats.org/officeDocument/2006/relationships/tags" Target="../tags/tag124.xml"/><Relationship Id="rId3" Type="http://schemas.openxmlformats.org/officeDocument/2006/relationships/tags" Target="../tags/tag103.xml"/><Relationship Id="rId29" Type="http://schemas.openxmlformats.org/officeDocument/2006/relationships/tags" Target="../tags/tag123.xml"/><Relationship Id="rId28" Type="http://schemas.openxmlformats.org/officeDocument/2006/relationships/tags" Target="../tags/tag122.xml"/><Relationship Id="rId27" Type="http://schemas.openxmlformats.org/officeDocument/2006/relationships/tags" Target="../tags/tag121.xml"/><Relationship Id="rId26" Type="http://schemas.openxmlformats.org/officeDocument/2006/relationships/tags" Target="../tags/tag120.xml"/><Relationship Id="rId25" Type="http://schemas.openxmlformats.org/officeDocument/2006/relationships/tags" Target="../tags/tag119.xml"/><Relationship Id="rId24" Type="http://schemas.openxmlformats.org/officeDocument/2006/relationships/tags" Target="../tags/tag118.xml"/><Relationship Id="rId23" Type="http://schemas.openxmlformats.org/officeDocument/2006/relationships/tags" Target="../tags/tag117.xml"/><Relationship Id="rId22" Type="http://schemas.openxmlformats.org/officeDocument/2006/relationships/tags" Target="../tags/tag116.xml"/><Relationship Id="rId21" Type="http://schemas.openxmlformats.org/officeDocument/2006/relationships/tags" Target="../tags/tag115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14.xml"/><Relationship Id="rId18" Type="http://schemas.openxmlformats.org/officeDocument/2006/relationships/tags" Target="../tags/tag113.xml"/><Relationship Id="rId17" Type="http://schemas.openxmlformats.org/officeDocument/2006/relationships/image" Target="../media/image23.png"/><Relationship Id="rId16" Type="http://schemas.openxmlformats.org/officeDocument/2006/relationships/tags" Target="../tags/tag112.xml"/><Relationship Id="rId15" Type="http://schemas.openxmlformats.org/officeDocument/2006/relationships/tags" Target="../tags/tag111.xml"/><Relationship Id="rId14" Type="http://schemas.openxmlformats.org/officeDocument/2006/relationships/image" Target="../media/image22.png"/><Relationship Id="rId13" Type="http://schemas.openxmlformats.org/officeDocument/2006/relationships/tags" Target="../tags/tag110.xml"/><Relationship Id="rId12" Type="http://schemas.openxmlformats.org/officeDocument/2006/relationships/tags" Target="../tags/tag109.xml"/><Relationship Id="rId11" Type="http://schemas.openxmlformats.org/officeDocument/2006/relationships/image" Target="../media/image21.png"/><Relationship Id="rId10" Type="http://schemas.openxmlformats.org/officeDocument/2006/relationships/tags" Target="../tags/tag108.xml"/><Relationship Id="rId1" Type="http://schemas.openxmlformats.org/officeDocument/2006/relationships/tags" Target="../tags/tag10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image" Target="../media/image20.png"/><Relationship Id="rId7" Type="http://schemas.openxmlformats.org/officeDocument/2006/relationships/tags" Target="../tags/tag131.xml"/><Relationship Id="rId6" Type="http://schemas.openxmlformats.org/officeDocument/2006/relationships/tags" Target="../tags/tag130.xml"/><Relationship Id="rId5" Type="http://schemas.openxmlformats.org/officeDocument/2006/relationships/image" Target="../media/image19.png"/><Relationship Id="rId42" Type="http://schemas.openxmlformats.org/officeDocument/2006/relationships/notesSlide" Target="../notesSlides/notesSlide10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159.xml"/><Relationship Id="rId4" Type="http://schemas.openxmlformats.org/officeDocument/2006/relationships/tags" Target="../tags/tag129.xml"/><Relationship Id="rId39" Type="http://schemas.openxmlformats.org/officeDocument/2006/relationships/tags" Target="../tags/tag158.xml"/><Relationship Id="rId38" Type="http://schemas.openxmlformats.org/officeDocument/2006/relationships/tags" Target="../tags/tag157.xml"/><Relationship Id="rId37" Type="http://schemas.openxmlformats.org/officeDocument/2006/relationships/tags" Target="../tags/tag156.xml"/><Relationship Id="rId36" Type="http://schemas.openxmlformats.org/officeDocument/2006/relationships/tags" Target="../tags/tag155.xml"/><Relationship Id="rId35" Type="http://schemas.openxmlformats.org/officeDocument/2006/relationships/tags" Target="../tags/tag154.xml"/><Relationship Id="rId34" Type="http://schemas.openxmlformats.org/officeDocument/2006/relationships/tags" Target="../tags/tag153.xml"/><Relationship Id="rId33" Type="http://schemas.openxmlformats.org/officeDocument/2006/relationships/tags" Target="../tags/tag152.xml"/><Relationship Id="rId32" Type="http://schemas.openxmlformats.org/officeDocument/2006/relationships/tags" Target="../tags/tag151.xml"/><Relationship Id="rId31" Type="http://schemas.openxmlformats.org/officeDocument/2006/relationships/tags" Target="../tags/tag150.xml"/><Relationship Id="rId30" Type="http://schemas.openxmlformats.org/officeDocument/2006/relationships/tags" Target="../tags/tag149.xml"/><Relationship Id="rId3" Type="http://schemas.openxmlformats.org/officeDocument/2006/relationships/tags" Target="../tags/tag128.xml"/><Relationship Id="rId29" Type="http://schemas.openxmlformats.org/officeDocument/2006/relationships/tags" Target="../tags/tag148.xml"/><Relationship Id="rId28" Type="http://schemas.openxmlformats.org/officeDocument/2006/relationships/tags" Target="../tags/tag147.xml"/><Relationship Id="rId27" Type="http://schemas.openxmlformats.org/officeDocument/2006/relationships/tags" Target="../tags/tag146.xml"/><Relationship Id="rId26" Type="http://schemas.openxmlformats.org/officeDocument/2006/relationships/tags" Target="../tags/tag145.xml"/><Relationship Id="rId25" Type="http://schemas.openxmlformats.org/officeDocument/2006/relationships/tags" Target="../tags/tag144.xml"/><Relationship Id="rId24" Type="http://schemas.openxmlformats.org/officeDocument/2006/relationships/tags" Target="../tags/tag143.xml"/><Relationship Id="rId23" Type="http://schemas.openxmlformats.org/officeDocument/2006/relationships/tags" Target="../tags/tag142.xml"/><Relationship Id="rId22" Type="http://schemas.openxmlformats.org/officeDocument/2006/relationships/tags" Target="../tags/tag141.xml"/><Relationship Id="rId21" Type="http://schemas.openxmlformats.org/officeDocument/2006/relationships/tags" Target="../tags/tag140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image" Target="../media/image23.png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image" Target="../media/image22.png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image" Target="../media/image21.png"/><Relationship Id="rId10" Type="http://schemas.openxmlformats.org/officeDocument/2006/relationships/tags" Target="../tags/tag133.xml"/><Relationship Id="rId1" Type="http://schemas.openxmlformats.org/officeDocument/2006/relationships/tags" Target="../tags/tag12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65.xml"/><Relationship Id="rId8" Type="http://schemas.openxmlformats.org/officeDocument/2006/relationships/image" Target="../media/image20.png"/><Relationship Id="rId7" Type="http://schemas.openxmlformats.org/officeDocument/2006/relationships/tags" Target="../tags/tag164.xml"/><Relationship Id="rId6" Type="http://schemas.openxmlformats.org/officeDocument/2006/relationships/tags" Target="../tags/tag163.xml"/><Relationship Id="rId5" Type="http://schemas.openxmlformats.org/officeDocument/2006/relationships/image" Target="../media/image19.png"/><Relationship Id="rId42" Type="http://schemas.openxmlformats.org/officeDocument/2006/relationships/notesSlide" Target="../notesSlides/notesSlide11.xml"/><Relationship Id="rId41" Type="http://schemas.openxmlformats.org/officeDocument/2006/relationships/slideLayout" Target="../slideLayouts/slideLayout1.xml"/><Relationship Id="rId40" Type="http://schemas.openxmlformats.org/officeDocument/2006/relationships/tags" Target="../tags/tag192.xml"/><Relationship Id="rId4" Type="http://schemas.openxmlformats.org/officeDocument/2006/relationships/tags" Target="../tags/tag162.xml"/><Relationship Id="rId39" Type="http://schemas.openxmlformats.org/officeDocument/2006/relationships/tags" Target="../tags/tag191.xml"/><Relationship Id="rId38" Type="http://schemas.openxmlformats.org/officeDocument/2006/relationships/tags" Target="../tags/tag190.xml"/><Relationship Id="rId37" Type="http://schemas.openxmlformats.org/officeDocument/2006/relationships/tags" Target="../tags/tag189.xml"/><Relationship Id="rId36" Type="http://schemas.openxmlformats.org/officeDocument/2006/relationships/tags" Target="../tags/tag188.xml"/><Relationship Id="rId35" Type="http://schemas.openxmlformats.org/officeDocument/2006/relationships/tags" Target="../tags/tag187.xml"/><Relationship Id="rId34" Type="http://schemas.openxmlformats.org/officeDocument/2006/relationships/tags" Target="../tags/tag186.xml"/><Relationship Id="rId33" Type="http://schemas.openxmlformats.org/officeDocument/2006/relationships/tags" Target="../tags/tag185.xml"/><Relationship Id="rId32" Type="http://schemas.openxmlformats.org/officeDocument/2006/relationships/tags" Target="../tags/tag184.xml"/><Relationship Id="rId31" Type="http://schemas.openxmlformats.org/officeDocument/2006/relationships/tags" Target="../tags/tag183.xml"/><Relationship Id="rId30" Type="http://schemas.openxmlformats.org/officeDocument/2006/relationships/tags" Target="../tags/tag182.xml"/><Relationship Id="rId3" Type="http://schemas.openxmlformats.org/officeDocument/2006/relationships/tags" Target="../tags/tag161.xml"/><Relationship Id="rId29" Type="http://schemas.openxmlformats.org/officeDocument/2006/relationships/tags" Target="../tags/tag181.xml"/><Relationship Id="rId28" Type="http://schemas.openxmlformats.org/officeDocument/2006/relationships/tags" Target="../tags/tag180.xml"/><Relationship Id="rId27" Type="http://schemas.openxmlformats.org/officeDocument/2006/relationships/tags" Target="../tags/tag179.xml"/><Relationship Id="rId26" Type="http://schemas.openxmlformats.org/officeDocument/2006/relationships/tags" Target="../tags/tag178.xml"/><Relationship Id="rId25" Type="http://schemas.openxmlformats.org/officeDocument/2006/relationships/tags" Target="../tags/tag177.xml"/><Relationship Id="rId24" Type="http://schemas.openxmlformats.org/officeDocument/2006/relationships/tags" Target="../tags/tag176.xml"/><Relationship Id="rId23" Type="http://schemas.openxmlformats.org/officeDocument/2006/relationships/tags" Target="../tags/tag175.xml"/><Relationship Id="rId22" Type="http://schemas.openxmlformats.org/officeDocument/2006/relationships/tags" Target="../tags/tag174.xml"/><Relationship Id="rId21" Type="http://schemas.openxmlformats.org/officeDocument/2006/relationships/tags" Target="../tags/tag173.xml"/><Relationship Id="rId20" Type="http://schemas.openxmlformats.org/officeDocument/2006/relationships/image" Target="../media/image24.png"/><Relationship Id="rId2" Type="http://schemas.openxmlformats.org/officeDocument/2006/relationships/image" Target="../media/image4.png"/><Relationship Id="rId19" Type="http://schemas.openxmlformats.org/officeDocument/2006/relationships/tags" Target="../tags/tag172.xml"/><Relationship Id="rId18" Type="http://schemas.openxmlformats.org/officeDocument/2006/relationships/tags" Target="../tags/tag171.xml"/><Relationship Id="rId17" Type="http://schemas.openxmlformats.org/officeDocument/2006/relationships/image" Target="../media/image23.png"/><Relationship Id="rId16" Type="http://schemas.openxmlformats.org/officeDocument/2006/relationships/tags" Target="../tags/tag170.xml"/><Relationship Id="rId15" Type="http://schemas.openxmlformats.org/officeDocument/2006/relationships/tags" Target="../tags/tag169.xml"/><Relationship Id="rId14" Type="http://schemas.openxmlformats.org/officeDocument/2006/relationships/image" Target="../media/image22.png"/><Relationship Id="rId13" Type="http://schemas.openxmlformats.org/officeDocument/2006/relationships/tags" Target="../tags/tag168.xml"/><Relationship Id="rId12" Type="http://schemas.openxmlformats.org/officeDocument/2006/relationships/tags" Target="../tags/tag167.xml"/><Relationship Id="rId11" Type="http://schemas.openxmlformats.org/officeDocument/2006/relationships/image" Target="../media/image21.png"/><Relationship Id="rId10" Type="http://schemas.openxmlformats.org/officeDocument/2006/relationships/tags" Target="../tags/tag166.xml"/><Relationship Id="rId1" Type="http://schemas.openxmlformats.org/officeDocument/2006/relationships/tags" Target="../tags/tag160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220.xml"/><Relationship Id="rId34" Type="http://schemas.openxmlformats.org/officeDocument/2006/relationships/tags" Target="../tags/tag219.xml"/><Relationship Id="rId33" Type="http://schemas.openxmlformats.org/officeDocument/2006/relationships/tags" Target="../tags/tag218.xml"/><Relationship Id="rId32" Type="http://schemas.openxmlformats.org/officeDocument/2006/relationships/tags" Target="../tags/tag217.xml"/><Relationship Id="rId31" Type="http://schemas.openxmlformats.org/officeDocument/2006/relationships/tags" Target="../tags/tag216.xml"/><Relationship Id="rId30" Type="http://schemas.openxmlformats.org/officeDocument/2006/relationships/tags" Target="../tags/tag215.xml"/><Relationship Id="rId3" Type="http://schemas.openxmlformats.org/officeDocument/2006/relationships/tags" Target="../tags/tag195.xml"/><Relationship Id="rId29" Type="http://schemas.openxmlformats.org/officeDocument/2006/relationships/tags" Target="../tags/tag214.xml"/><Relationship Id="rId28" Type="http://schemas.openxmlformats.org/officeDocument/2006/relationships/image" Target="../media/image30.png"/><Relationship Id="rId27" Type="http://schemas.openxmlformats.org/officeDocument/2006/relationships/tags" Target="../tags/tag213.xml"/><Relationship Id="rId26" Type="http://schemas.openxmlformats.org/officeDocument/2006/relationships/tags" Target="../tags/tag212.xml"/><Relationship Id="rId25" Type="http://schemas.openxmlformats.org/officeDocument/2006/relationships/image" Target="../media/image29.png"/><Relationship Id="rId24" Type="http://schemas.openxmlformats.org/officeDocument/2006/relationships/tags" Target="../tags/tag211.xml"/><Relationship Id="rId23" Type="http://schemas.openxmlformats.org/officeDocument/2006/relationships/tags" Target="../tags/tag210.xml"/><Relationship Id="rId22" Type="http://schemas.openxmlformats.org/officeDocument/2006/relationships/image" Target="../media/image28.png"/><Relationship Id="rId21" Type="http://schemas.openxmlformats.org/officeDocument/2006/relationships/tags" Target="../tags/tag209.xml"/><Relationship Id="rId20" Type="http://schemas.openxmlformats.org/officeDocument/2006/relationships/tags" Target="../tags/tag208.xml"/><Relationship Id="rId2" Type="http://schemas.openxmlformats.org/officeDocument/2006/relationships/tags" Target="../tags/tag194.xml"/><Relationship Id="rId19" Type="http://schemas.openxmlformats.org/officeDocument/2006/relationships/image" Target="../media/image27.png"/><Relationship Id="rId18" Type="http://schemas.openxmlformats.org/officeDocument/2006/relationships/tags" Target="../tags/tag207.xml"/><Relationship Id="rId17" Type="http://schemas.openxmlformats.org/officeDocument/2006/relationships/tags" Target="../tags/tag206.xml"/><Relationship Id="rId16" Type="http://schemas.openxmlformats.org/officeDocument/2006/relationships/image" Target="../media/image26.png"/><Relationship Id="rId15" Type="http://schemas.openxmlformats.org/officeDocument/2006/relationships/tags" Target="../tags/tag205.xml"/><Relationship Id="rId14" Type="http://schemas.openxmlformats.org/officeDocument/2006/relationships/tags" Target="../tags/tag204.xml"/><Relationship Id="rId13" Type="http://schemas.openxmlformats.org/officeDocument/2006/relationships/image" Target="../media/image25.png"/><Relationship Id="rId12" Type="http://schemas.openxmlformats.org/officeDocument/2006/relationships/tags" Target="../tags/tag203.xml"/><Relationship Id="rId11" Type="http://schemas.openxmlformats.org/officeDocument/2006/relationships/tags" Target="../tags/tag202.xml"/><Relationship Id="rId10" Type="http://schemas.openxmlformats.org/officeDocument/2006/relationships/image" Target="../media/image4.png"/><Relationship Id="rId1" Type="http://schemas.openxmlformats.org/officeDocument/2006/relationships/tags" Target="../tags/tag19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633095"/>
            <a:ext cx="3024505" cy="122110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1935480"/>
            <a:ext cx="3024505" cy="122110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93975" y="3237865"/>
            <a:ext cx="3024505" cy="12211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93975" y="53574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8" name="圆角矩形 17"/>
          <p:cNvSpPr/>
          <p:nvPr>
            <p:custDataLst>
              <p:tags r:id="rId7"/>
            </p:custDataLst>
          </p:nvPr>
        </p:nvSpPr>
        <p:spPr>
          <a:xfrm>
            <a:off x="2467610" y="65595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9" name="圆角矩形 18"/>
          <p:cNvSpPr/>
          <p:nvPr>
            <p:custDataLst>
              <p:tags r:id="rId8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0" name="圆角矩形 19"/>
          <p:cNvSpPr/>
          <p:nvPr>
            <p:custDataLst>
              <p:tags r:id="rId9"/>
            </p:custDataLst>
          </p:nvPr>
        </p:nvSpPr>
        <p:spPr>
          <a:xfrm>
            <a:off x="2467610" y="331152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10"/>
            </p:custDataLst>
          </p:nvPr>
        </p:nvSpPr>
        <p:spPr>
          <a:xfrm>
            <a:off x="2467610" y="55479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11"/>
            </p:custDataLst>
          </p:nvPr>
        </p:nvSpPr>
        <p:spPr>
          <a:xfrm>
            <a:off x="184150" y="57658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5" name="直接箭头连接符 24"/>
          <p:cNvCxnSpPr>
            <a:stCxn id="17" idx="3"/>
            <a:endCxn id="18" idx="1"/>
          </p:cNvCxnSpPr>
          <p:nvPr/>
        </p:nvCxnSpPr>
        <p:spPr>
          <a:xfrm flipV="1">
            <a:off x="1511935" y="1231900"/>
            <a:ext cx="955675" cy="13144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12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stCxn id="17" idx="3"/>
            <a:endCxn id="20" idx="1"/>
          </p:cNvCxnSpPr>
          <p:nvPr>
            <p:custDataLst>
              <p:tags r:id="rId13"/>
            </p:custDataLst>
          </p:nvPr>
        </p:nvCxnSpPr>
        <p:spPr>
          <a:xfrm>
            <a:off x="1511935" y="2546350"/>
            <a:ext cx="955675" cy="134112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14"/>
            </p:custDataLst>
          </p:nvPr>
        </p:nvCxnSpPr>
        <p:spPr>
          <a:xfrm flipV="1">
            <a:off x="1511935" y="59912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5"/>
            </p:custDataLst>
          </p:nvPr>
        </p:nvSpPr>
        <p:spPr>
          <a:xfrm>
            <a:off x="5249545" y="1014095"/>
            <a:ext cx="464820" cy="306641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6"/>
            </p:custDataLst>
          </p:nvPr>
        </p:nvSpPr>
        <p:spPr>
          <a:xfrm>
            <a:off x="5249545" y="53536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741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7"/>
            </p:custDataLst>
          </p:nvPr>
        </p:nvCxnSpPr>
        <p:spPr>
          <a:xfrm>
            <a:off x="5714365" y="2547620"/>
            <a:ext cx="1336675" cy="134112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8"/>
            </p:custDataLst>
          </p:nvPr>
        </p:nvCxnSpPr>
        <p:spPr>
          <a:xfrm flipV="1">
            <a:off x="5714365" y="4206240"/>
            <a:ext cx="1336675" cy="17595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9"/>
            </p:custDataLst>
          </p:nvPr>
        </p:nvSpPr>
        <p:spPr>
          <a:xfrm>
            <a:off x="8263255" y="3811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20"/>
            </p:custDataLst>
          </p:nvPr>
        </p:nvCxnSpPr>
        <p:spPr>
          <a:xfrm>
            <a:off x="7446645" y="4048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21"/>
            </p:custDataLst>
          </p:nvPr>
        </p:nvSpPr>
        <p:spPr>
          <a:xfrm>
            <a:off x="1888490" y="92075"/>
            <a:ext cx="4468495" cy="450850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9271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r>
              <a:rPr lang="en-US" altLang="zh-CN"/>
              <a:t>s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22"/>
            </p:custDataLst>
          </p:nvPr>
        </p:nvSpPr>
        <p:spPr>
          <a:xfrm>
            <a:off x="1888490" y="4778375"/>
            <a:ext cx="4468495" cy="18942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23"/>
            </p:custDataLst>
          </p:nvPr>
        </p:nvSpPr>
        <p:spPr>
          <a:xfrm>
            <a:off x="3366770" y="47948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00960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93975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184150" y="230949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467610" y="1972310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467610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955675" cy="190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955675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>
            <p:custDataLst>
              <p:tags r:id="rId10"/>
            </p:custDataLst>
          </p:nvPr>
        </p:nvSpPr>
        <p:spPr>
          <a:xfrm>
            <a:off x="5249545" y="1971675"/>
            <a:ext cx="464820" cy="1153160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31" name="圆角矩形 30"/>
          <p:cNvSpPr/>
          <p:nvPr>
            <p:custDataLst>
              <p:tags r:id="rId11"/>
            </p:custDataLst>
          </p:nvPr>
        </p:nvSpPr>
        <p:spPr>
          <a:xfrm>
            <a:off x="5249545" y="4540885"/>
            <a:ext cx="464820" cy="1223645"/>
          </a:xfrm>
          <a:prstGeom prst="roundRect">
            <a:avLst/>
          </a:prstGeom>
          <a:noFill/>
          <a:ln w="19050" cap="flat" cmpd="sng">
            <a:solidFill>
              <a:schemeClr val="accent2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36" name="组合 35"/>
          <p:cNvGrpSpPr/>
          <p:nvPr/>
        </p:nvGrpSpPr>
        <p:grpSpPr>
          <a:xfrm>
            <a:off x="6903720" y="3360420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stCxn id="30" idx="3"/>
            <a:endCxn id="35" idx="0"/>
          </p:cNvCxnSpPr>
          <p:nvPr>
            <p:custDataLst>
              <p:tags r:id="rId12"/>
            </p:custDataLst>
          </p:nvPr>
        </p:nvCxnSpPr>
        <p:spPr>
          <a:xfrm>
            <a:off x="5714365" y="2548255"/>
            <a:ext cx="1336675" cy="9594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1" idx="3"/>
            <a:endCxn id="35" idx="3"/>
          </p:cNvCxnSpPr>
          <p:nvPr>
            <p:custDataLst>
              <p:tags r:id="rId13"/>
            </p:custDataLst>
          </p:nvPr>
        </p:nvCxnSpPr>
        <p:spPr>
          <a:xfrm flipV="1">
            <a:off x="5714365" y="3825240"/>
            <a:ext cx="1336675" cy="132778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14"/>
            </p:custDataLst>
          </p:nvPr>
        </p:nvSpPr>
        <p:spPr>
          <a:xfrm>
            <a:off x="8263255" y="343090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stCxn id="33" idx="6"/>
            <a:endCxn id="39" idx="1"/>
          </p:cNvCxnSpPr>
          <p:nvPr>
            <p:custDataLst>
              <p:tags r:id="rId15"/>
            </p:custDataLst>
          </p:nvPr>
        </p:nvCxnSpPr>
        <p:spPr>
          <a:xfrm>
            <a:off x="7446645" y="366776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6"/>
            </p:custDataLst>
          </p:nvPr>
        </p:nvSpPr>
        <p:spPr>
          <a:xfrm>
            <a:off x="1888490" y="1094740"/>
            <a:ext cx="4468495" cy="233426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366770" y="110426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7"/>
            </p:custDataLst>
          </p:nvPr>
        </p:nvSpPr>
        <p:spPr>
          <a:xfrm>
            <a:off x="1888490" y="3800475"/>
            <a:ext cx="4468495" cy="205930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8"/>
            </p:custDataLst>
          </p:nvPr>
        </p:nvSpPr>
        <p:spPr>
          <a:xfrm>
            <a:off x="3366770" y="379158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1805" y="2352040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467229"/>
                <a:ext cx="497205" cy="368300"/>
              </a:xfrm>
              <a:prstGeom prst="rect">
                <a:avLst/>
              </a:prstGeom>
              <a:blipFill rotWithShape="1">
                <a:blip r:embed="rId2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3448304"/>
                <a:ext cx="515620" cy="368935"/>
              </a:xfrm>
              <a:prstGeom prst="rect">
                <a:avLst/>
              </a:prstGeom>
              <a:blipFill rotWithShape="1">
                <a:blip r:embed="rId3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932" y="2835529"/>
                <a:ext cx="515620" cy="368300"/>
              </a:xfrm>
              <a:prstGeom prst="rect">
                <a:avLst/>
              </a:prstGeom>
              <a:blipFill rotWithShape="1">
                <a:blip r:embed="rId4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662" y="2467229"/>
                <a:ext cx="481330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3448304"/>
                <a:ext cx="481965" cy="368935"/>
              </a:xfrm>
              <a:prstGeom prst="rect">
                <a:avLst/>
              </a:prstGeom>
              <a:blipFill rotWithShape="1">
                <a:blip r:embed="rId6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027" y="2835529"/>
                <a:ext cx="481965" cy="368300"/>
              </a:xfrm>
              <a:prstGeom prst="rect">
                <a:avLst/>
              </a:prstGeom>
              <a:blipFill rotWithShape="1">
                <a:blip r:embed="rId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/>
          <p:nvPr>
            <p:custDataLst>
              <p:tags r:id="rId8"/>
            </p:custDataLst>
          </p:nvPr>
        </p:nvSpPr>
        <p:spPr>
          <a:xfrm>
            <a:off x="4658995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3" name="圆角矩形 12"/>
          <p:cNvSpPr/>
          <p:nvPr>
            <p:custDataLst>
              <p:tags r:id="rId9"/>
            </p:custDataLst>
          </p:nvPr>
        </p:nvSpPr>
        <p:spPr>
          <a:xfrm>
            <a:off x="6689090" y="2466975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4" name="下箭头 13"/>
          <p:cNvSpPr/>
          <p:nvPr/>
        </p:nvSpPr>
        <p:spPr>
          <a:xfrm>
            <a:off x="4544695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下箭头 15"/>
          <p:cNvSpPr/>
          <p:nvPr/>
        </p:nvSpPr>
        <p:spPr>
          <a:xfrm>
            <a:off x="6574790" y="2124075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342130" y="1640840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67450" y="1640840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640" y="1828165"/>
            <a:ext cx="4959985" cy="203136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775075" y="57277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STC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2716530" y="221551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16530" y="301561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3855720"/>
            <a:ext cx="3672205" cy="208534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1603375"/>
            <a:ext cx="3672205" cy="208534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122045" y="2428875"/>
            <a:ext cx="388620" cy="415290"/>
            <a:chOff x="2655" y="6417"/>
            <a:chExt cx="612" cy="654"/>
          </a:xfrm>
        </p:grpSpPr>
        <p:sp>
          <p:nvSpPr>
            <p:cNvPr id="6" name="椭圆 5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2724" y="6417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x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121410" y="4685665"/>
            <a:ext cx="389255" cy="407035"/>
            <a:chOff x="2655" y="6431"/>
            <a:chExt cx="613" cy="641"/>
          </a:xfrm>
        </p:grpSpPr>
        <p:sp>
          <p:nvSpPr>
            <p:cNvPr id="10" name="椭圆 9"/>
            <p:cNvSpPr/>
            <p:nvPr/>
          </p:nvSpPr>
          <p:spPr>
            <a:xfrm>
              <a:off x="2655" y="6459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752" y="6431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ea typeface="楷体" charset="0"/>
                  <a:cs typeface="+mn-lt"/>
                </a:rPr>
                <a:t>t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5593715" y="3469640"/>
            <a:ext cx="612140" cy="612140"/>
            <a:chOff x="11163" y="6242"/>
            <a:chExt cx="964" cy="964"/>
          </a:xfrm>
        </p:grpSpPr>
        <p:sp>
          <p:nvSpPr>
            <p:cNvPr id="22" name="椭圆 21"/>
            <p:cNvSpPr/>
            <p:nvPr/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乘号 23"/>
            <p:cNvSpPr/>
            <p:nvPr/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25" name="直接箭头连接符 24"/>
          <p:cNvCxnSpPr>
            <a:stCxn id="16" idx="3"/>
            <a:endCxn id="24" idx="0"/>
          </p:cNvCxnSpPr>
          <p:nvPr>
            <p:custDataLst>
              <p:tags r:id="rId2"/>
            </p:custDataLst>
          </p:nvPr>
        </p:nvCxnSpPr>
        <p:spPr>
          <a:xfrm>
            <a:off x="4758055" y="2646045"/>
            <a:ext cx="982980" cy="97091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8" idx="3"/>
            <a:endCxn id="24" idx="3"/>
          </p:cNvCxnSpPr>
          <p:nvPr>
            <p:custDataLst>
              <p:tags r:id="rId3"/>
            </p:custDataLst>
          </p:nvPr>
        </p:nvCxnSpPr>
        <p:spPr>
          <a:xfrm flipV="1">
            <a:off x="4758055" y="3934460"/>
            <a:ext cx="982980" cy="9639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83765" y="1748790"/>
            <a:ext cx="3023870" cy="1585595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76780" y="4544695"/>
            <a:ext cx="3024505" cy="122364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22250" y="2309495"/>
            <a:ext cx="12896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5"/>
            </p:custDataLst>
          </p:nvPr>
        </p:nvSpPr>
        <p:spPr>
          <a:xfrm>
            <a:off x="2050415" y="1971675"/>
            <a:ext cx="464820" cy="115189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2050415" y="4735195"/>
            <a:ext cx="464820" cy="88646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7"/>
            </p:custDataLst>
          </p:nvPr>
        </p:nvSpPr>
        <p:spPr>
          <a:xfrm>
            <a:off x="184150" y="4953000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8"/>
            </p:custDataLst>
          </p:nvPr>
        </p:nvCxnSpPr>
        <p:spPr>
          <a:xfrm>
            <a:off x="1511935" y="2546350"/>
            <a:ext cx="538480" cy="127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9"/>
            </p:custDataLst>
          </p:nvPr>
        </p:nvCxnSpPr>
        <p:spPr>
          <a:xfrm flipV="1">
            <a:off x="1511935" y="5178425"/>
            <a:ext cx="538480" cy="1143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>
            <p:custDataLst>
              <p:tags r:id="rId10"/>
            </p:custDataLst>
          </p:nvPr>
        </p:nvCxnSpPr>
        <p:spPr>
          <a:xfrm>
            <a:off x="5206365" y="2220595"/>
            <a:ext cx="86868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  <a:endCxn id="50" idx="1"/>
          </p:cNvCxnSpPr>
          <p:nvPr>
            <p:custDataLst>
              <p:tags r:id="rId11"/>
            </p:custDataLst>
          </p:nvPr>
        </p:nvCxnSpPr>
        <p:spPr>
          <a:xfrm>
            <a:off x="7299325" y="377698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  <a:endCxn id="39" idx="1"/>
          </p:cNvCxnSpPr>
          <p:nvPr>
            <p:custDataLst>
              <p:tags r:id="rId12"/>
            </p:custDataLst>
          </p:nvPr>
        </p:nvCxnSpPr>
        <p:spPr>
          <a:xfrm flipV="1">
            <a:off x="7299325" y="328295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13"/>
            </p:custDataLst>
          </p:nvPr>
        </p:nvSpPr>
        <p:spPr>
          <a:xfrm>
            <a:off x="1727200" y="1207770"/>
            <a:ext cx="3685540" cy="222123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4957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Branch Net</a:t>
            </a:r>
            <a:endParaRPr lang="en-US" altLang="zh-CN"/>
          </a:p>
        </p:txBody>
      </p:sp>
      <p:sp>
        <p:nvSpPr>
          <p:cNvPr id="43" name="圆角矩形 42"/>
          <p:cNvSpPr/>
          <p:nvPr>
            <p:custDataLst>
              <p:tags r:id="rId14"/>
            </p:custDataLst>
          </p:nvPr>
        </p:nvSpPr>
        <p:spPr>
          <a:xfrm>
            <a:off x="1727200" y="3997325"/>
            <a:ext cx="3686175" cy="186245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4" name="文本框 43"/>
          <p:cNvSpPr txBox="1"/>
          <p:nvPr>
            <p:custDataLst>
              <p:tags r:id="rId15"/>
            </p:custDataLst>
          </p:nvPr>
        </p:nvSpPr>
        <p:spPr>
          <a:xfrm>
            <a:off x="2949575" y="3996690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Trunk Net</a:t>
            </a:r>
            <a:endParaRPr lang="en-US" altLang="zh-CN"/>
          </a:p>
        </p:txBody>
      </p:sp>
      <p:sp>
        <p:nvSpPr>
          <p:cNvPr id="10" name="圆角矩形 9"/>
          <p:cNvSpPr/>
          <p:nvPr>
            <p:custDataLst>
              <p:tags r:id="rId16"/>
            </p:custDataLst>
          </p:nvPr>
        </p:nvSpPr>
        <p:spPr>
          <a:xfrm>
            <a:off x="5709285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87883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Merge Net</a:t>
            </a:r>
            <a:endParaRPr lang="en-US" altLang="zh-CN"/>
          </a:p>
        </p:txBody>
      </p:sp>
      <p:grpSp>
        <p:nvGrpSpPr>
          <p:cNvPr id="22" name="组合 21"/>
          <p:cNvGrpSpPr/>
          <p:nvPr/>
        </p:nvGrpSpPr>
        <p:grpSpPr>
          <a:xfrm>
            <a:off x="5932170" y="3203575"/>
            <a:ext cx="1221740" cy="1161415"/>
            <a:chOff x="11157" y="5067"/>
            <a:chExt cx="1924" cy="182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385" y="5249"/>
              <a:ext cx="1697" cy="1421"/>
            </a:xfrm>
            <a:prstGeom prst="rect">
              <a:avLst/>
            </a:prstGeom>
          </p:spPr>
        </p:pic>
        <p:grpSp>
          <p:nvGrpSpPr>
            <p:cNvPr id="12" name="组合 11"/>
            <p:cNvGrpSpPr/>
            <p:nvPr/>
          </p:nvGrpSpPr>
          <p:grpSpPr>
            <a:xfrm>
              <a:off x="11157" y="5067"/>
              <a:ext cx="768" cy="724"/>
              <a:chOff x="13755" y="7922"/>
              <a:chExt cx="768" cy="724"/>
            </a:xfrm>
          </p:grpSpPr>
          <p:sp>
            <p:nvSpPr>
              <p:cNvPr id="13" name="椭圆 1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11157" y="5608"/>
              <a:ext cx="768" cy="724"/>
              <a:chOff x="13755" y="7922"/>
              <a:chExt cx="768" cy="724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11157" y="6172"/>
              <a:ext cx="768" cy="724"/>
              <a:chOff x="13755" y="7922"/>
              <a:chExt cx="768" cy="724"/>
            </a:xfrm>
          </p:grpSpPr>
          <p:sp>
            <p:nvSpPr>
              <p:cNvPr id="33" name="椭圆 32"/>
              <p:cNvSpPr/>
              <p:nvPr/>
            </p:nvSpPr>
            <p:spPr>
              <a:xfrm>
                <a:off x="13986" y="8113"/>
                <a:ext cx="307" cy="307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13755" y="7922"/>
                <a:ext cx="768" cy="7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r>
                  <a:rPr lang="zh-CN" altLang="en-US" sz="2400"/>
                  <a:t>×</a:t>
                </a:r>
                <a:r>
                  <a:rPr lang="zh-CN" altLang="en-US" sz="2400"/>
                  <a:t>️</a:t>
                </a:r>
                <a:endParaRPr lang="zh-CN" altLang="en-US" sz="2400"/>
              </a:p>
            </p:txBody>
          </p:sp>
        </p:grpSp>
      </p:grpSp>
      <p:cxnSp>
        <p:nvCxnSpPr>
          <p:cNvPr id="24" name="直接箭头连接符 23"/>
          <p:cNvCxnSpPr/>
          <p:nvPr>
            <p:custDataLst>
              <p:tags r:id="rId18"/>
            </p:custDataLst>
          </p:nvPr>
        </p:nvCxnSpPr>
        <p:spPr>
          <a:xfrm flipV="1">
            <a:off x="5180330" y="3464560"/>
            <a:ext cx="901700" cy="13296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2" idx="3"/>
          </p:cNvCxnSpPr>
          <p:nvPr>
            <p:custDataLst>
              <p:tags r:id="rId19"/>
            </p:custDataLst>
          </p:nvPr>
        </p:nvCxnSpPr>
        <p:spPr>
          <a:xfrm>
            <a:off x="5207635" y="2541905"/>
            <a:ext cx="880745" cy="1166495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5" idx="3"/>
          </p:cNvCxnSpPr>
          <p:nvPr>
            <p:custDataLst>
              <p:tags r:id="rId20"/>
            </p:custDataLst>
          </p:nvPr>
        </p:nvCxnSpPr>
        <p:spPr>
          <a:xfrm flipV="1">
            <a:off x="5201285" y="3839845"/>
            <a:ext cx="887095" cy="1316990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>
            <p:custDataLst>
              <p:tags r:id="rId21"/>
            </p:custDataLst>
          </p:nvPr>
        </p:nvCxnSpPr>
        <p:spPr>
          <a:xfrm>
            <a:off x="5200015" y="2944495"/>
            <a:ext cx="875030" cy="1112520"/>
          </a:xfrm>
          <a:prstGeom prst="straightConnector1">
            <a:avLst/>
          </a:prstGeom>
          <a:ln w="15875" cmpd="sng">
            <a:solidFill>
              <a:srgbClr val="FF8D41"/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>
            <p:custDataLst>
              <p:tags r:id="rId22"/>
            </p:custDataLst>
          </p:nvPr>
        </p:nvCxnSpPr>
        <p:spPr>
          <a:xfrm flipV="1">
            <a:off x="5200015" y="4201795"/>
            <a:ext cx="901700" cy="1264285"/>
          </a:xfrm>
          <a:prstGeom prst="straightConnector1">
            <a:avLst/>
          </a:prstGeom>
          <a:ln w="15875" cmpd="sng">
            <a:solidFill>
              <a:schemeClr val="accent4">
                <a:lumMod val="75000"/>
              </a:schemeClr>
            </a:solidFill>
            <a:prstDash val="solid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>
            <p:custDataLst>
              <p:tags r:id="rId23"/>
            </p:custDataLst>
          </p:nvPr>
        </p:nvSpPr>
        <p:spPr>
          <a:xfrm>
            <a:off x="6834505" y="3201035"/>
            <a:ext cx="464820" cy="1151890"/>
          </a:xfrm>
          <a:prstGeom prst="roundRect">
            <a:avLst/>
          </a:prstGeom>
          <a:noFill/>
          <a:ln w="19050" cap="flat" cmpd="sng">
            <a:solidFill>
              <a:schemeClr val="accent6">
                <a:lumMod val="60000"/>
                <a:lumOff val="40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7938135" y="3046095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24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7898765" y="4026535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26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2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28"/>
            </p:custDataLst>
          </p:nvPr>
        </p:nvSpPr>
        <p:spPr>
          <a:xfrm>
            <a:off x="7752080" y="1207770"/>
            <a:ext cx="1667510" cy="465201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7901940" y="1207770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多维输出算子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295" y="1741805"/>
            <a:ext cx="3625850" cy="2611120"/>
          </a:xfrm>
          <a:prstGeom prst="rect">
            <a:avLst/>
          </a:prstGeom>
        </p:spPr>
      </p:pic>
      <p:sp>
        <p:nvSpPr>
          <p:cNvPr id="3" name="圆角矩形 2"/>
          <p:cNvSpPr/>
          <p:nvPr/>
        </p:nvSpPr>
        <p:spPr>
          <a:xfrm>
            <a:off x="11035665" y="506730"/>
            <a:ext cx="612140" cy="15887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22250" y="2468245"/>
            <a:ext cx="1289685" cy="4229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Parameter</a:t>
            </a:r>
            <a:endParaRPr lang="en-US" altLang="zh-CN"/>
          </a:p>
        </p:txBody>
      </p:sp>
      <p:sp>
        <p:nvSpPr>
          <p:cNvPr id="19" name="圆角矩形 18"/>
          <p:cNvSpPr/>
          <p:nvPr>
            <p:custDataLst>
              <p:tags r:id="rId2"/>
            </p:custDataLst>
          </p:nvPr>
        </p:nvSpPr>
        <p:spPr>
          <a:xfrm>
            <a:off x="2247265" y="2159635"/>
            <a:ext cx="464820" cy="1027430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1" name="圆角矩形 20"/>
          <p:cNvSpPr/>
          <p:nvPr>
            <p:custDataLst>
              <p:tags r:id="rId3"/>
            </p:custDataLst>
          </p:nvPr>
        </p:nvSpPr>
        <p:spPr>
          <a:xfrm>
            <a:off x="2247265" y="3244215"/>
            <a:ext cx="464820" cy="685165"/>
          </a:xfrm>
          <a:prstGeom prst="roundRect">
            <a:avLst/>
          </a:prstGeom>
          <a:noFill/>
          <a:ln w="19050" cap="flat" cmpd="sng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23" name="圆角矩形 22"/>
          <p:cNvSpPr/>
          <p:nvPr>
            <p:custDataLst>
              <p:tags r:id="rId4"/>
            </p:custDataLst>
          </p:nvPr>
        </p:nvSpPr>
        <p:spPr>
          <a:xfrm>
            <a:off x="184150" y="335470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Point</a:t>
            </a:r>
            <a:endParaRPr lang="en-US" altLang="zh-CN"/>
          </a:p>
        </p:txBody>
      </p:sp>
      <p:cxnSp>
        <p:nvCxnSpPr>
          <p:cNvPr id="27" name="直接箭头连接符 26"/>
          <p:cNvCxnSpPr>
            <a:stCxn id="17" idx="3"/>
            <a:endCxn id="19" idx="1"/>
          </p:cNvCxnSpPr>
          <p:nvPr>
            <p:custDataLst>
              <p:tags r:id="rId5"/>
            </p:custDataLst>
          </p:nvPr>
        </p:nvCxnSpPr>
        <p:spPr>
          <a:xfrm flipV="1">
            <a:off x="1511935" y="2673350"/>
            <a:ext cx="735330" cy="6350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3" idx="3"/>
            <a:endCxn id="21" idx="1"/>
          </p:cNvCxnSpPr>
          <p:nvPr>
            <p:custDataLst>
              <p:tags r:id="rId6"/>
            </p:custDataLst>
          </p:nvPr>
        </p:nvCxnSpPr>
        <p:spPr>
          <a:xfrm flipV="1">
            <a:off x="1511935" y="3587115"/>
            <a:ext cx="735330" cy="444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34" idx="3"/>
          </p:cNvCxnSpPr>
          <p:nvPr>
            <p:custDataLst>
              <p:tags r:id="rId7"/>
            </p:custDataLst>
          </p:nvPr>
        </p:nvCxnSpPr>
        <p:spPr>
          <a:xfrm>
            <a:off x="6148705" y="3067050"/>
            <a:ext cx="599440" cy="48641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34" idx="3"/>
          </p:cNvCxnSpPr>
          <p:nvPr>
            <p:custDataLst>
              <p:tags r:id="rId8"/>
            </p:custDataLst>
          </p:nvPr>
        </p:nvCxnSpPr>
        <p:spPr>
          <a:xfrm flipV="1">
            <a:off x="6148705" y="2573020"/>
            <a:ext cx="638810" cy="49403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圆角矩形 40"/>
          <p:cNvSpPr/>
          <p:nvPr>
            <p:custDataLst>
              <p:tags r:id="rId9"/>
            </p:custDataLst>
          </p:nvPr>
        </p:nvSpPr>
        <p:spPr>
          <a:xfrm>
            <a:off x="1848485" y="1207770"/>
            <a:ext cx="4490720" cy="3359785"/>
          </a:xfrm>
          <a:prstGeom prst="roundRect">
            <a:avLst/>
          </a:prstGeom>
          <a:noFill/>
          <a:ln w="19050" cap="flat" cmpd="sng">
            <a:solidFill>
              <a:srgbClr val="00B0F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146425" y="120713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DNN</a:t>
            </a:r>
            <a:endParaRPr lang="en-US" altLang="zh-CN"/>
          </a:p>
        </p:txBody>
      </p:sp>
      <p:sp>
        <p:nvSpPr>
          <p:cNvPr id="34" name="圆角矩形 33"/>
          <p:cNvSpPr/>
          <p:nvPr>
            <p:custDataLst>
              <p:tags r:id="rId10"/>
            </p:custDataLst>
          </p:nvPr>
        </p:nvSpPr>
        <p:spPr>
          <a:xfrm>
            <a:off x="5683885" y="2654300"/>
            <a:ext cx="464820" cy="825500"/>
          </a:xfrm>
          <a:prstGeom prst="roundRect">
            <a:avLst/>
          </a:prstGeom>
          <a:noFill/>
          <a:ln w="19050" cap="flat" cmpd="sng">
            <a:solidFill>
              <a:schemeClr val="accent5">
                <a:lumMod val="75000"/>
              </a:schemeClr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787515" y="2499360"/>
            <a:ext cx="1327150" cy="473710"/>
            <a:chOff x="12501" y="4797"/>
            <a:chExt cx="2090" cy="746"/>
          </a:xfrm>
        </p:grpSpPr>
        <p:sp>
          <p:nvSpPr>
            <p:cNvPr id="39" name="圆角矩形 38"/>
            <p:cNvSpPr/>
            <p:nvPr>
              <p:custDataLst>
                <p:tags r:id="rId11"/>
              </p:custDataLst>
            </p:nvPr>
          </p:nvSpPr>
          <p:spPr>
            <a:xfrm>
              <a:off x="12501" y="479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文本框 48"/>
                <p:cNvSpPr txBox="1"/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𝐷𝑎𝑡𝑎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49" name="文本框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6" y="4880"/>
                  <a:ext cx="1847" cy="581"/>
                </a:xfrm>
                <a:prstGeom prst="rect">
                  <a:avLst/>
                </a:prstGeom>
                <a:blipFill rotWithShape="1">
                  <a:blip r:embed="rId1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组合 51"/>
          <p:cNvGrpSpPr/>
          <p:nvPr/>
        </p:nvGrpSpPr>
        <p:grpSpPr>
          <a:xfrm>
            <a:off x="6729095" y="3416300"/>
            <a:ext cx="1383030" cy="473710"/>
            <a:chOff x="12416" y="6047"/>
            <a:chExt cx="2178" cy="746"/>
          </a:xfrm>
        </p:grpSpPr>
        <p:sp>
          <p:nvSpPr>
            <p:cNvPr id="45" name="圆角矩形 44"/>
            <p:cNvSpPr/>
            <p:nvPr>
              <p:custDataLst>
                <p:tags r:id="rId13"/>
              </p:custDataLst>
            </p:nvPr>
          </p:nvSpPr>
          <p:spPr>
            <a:xfrm>
              <a:off x="12504" y="6047"/>
              <a:ext cx="2091" cy="74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本框 49"/>
                <p:cNvSpPr txBox="1"/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𝑃ℎ𝑦𝑠𝑖𝑐𝑠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𝜃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oMath>
                    </m:oMathPara>
                  </a14:m>
                  <a:endParaRPr lang="en-US" altLang="zh-CN" i="1">
                    <a:solidFill>
                      <a:schemeClr val="bg1"/>
                    </a:solidFill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50" name="文本框 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16" y="6119"/>
                  <a:ext cx="2117" cy="601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圆角矩形 52"/>
          <p:cNvSpPr/>
          <p:nvPr>
            <p:custDataLst>
              <p:tags r:id="rId15"/>
            </p:custDataLst>
          </p:nvPr>
        </p:nvSpPr>
        <p:spPr>
          <a:xfrm>
            <a:off x="6601460" y="1207135"/>
            <a:ext cx="1667510" cy="335978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751320" y="120713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Loss</a:t>
            </a:r>
            <a:endParaRPr lang="en-US" altLang="zh-CN"/>
          </a:p>
        </p:txBody>
      </p:sp>
      <p:sp>
        <p:nvSpPr>
          <p:cNvPr id="55" name="文本框 54"/>
          <p:cNvSpPr txBox="1"/>
          <p:nvPr/>
        </p:nvSpPr>
        <p:spPr>
          <a:xfrm>
            <a:off x="8030210" y="186690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/>
              <a:t>一体式算子</a:t>
            </a:r>
            <a:r>
              <a:rPr lang="zh-CN" altLang="en-US"/>
              <a:t>网络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4325620" y="238125"/>
            <a:ext cx="14782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SoV</a:t>
            </a:r>
            <a:endParaRPr lang="en-US" altLang="zh-CN"/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47987" y="2695194"/>
                <a:ext cx="497205" cy="368300"/>
              </a:xfrm>
              <a:prstGeom prst="rect">
                <a:avLst/>
              </a:prstGeom>
              <a:blipFill rotWithShape="1">
                <a:blip r:embed="rId5"/>
                <a:stretch>
                  <a:fillRect l="-115" t="-69" r="11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47987" y="3676269"/>
                <a:ext cx="51562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47987" y="3063494"/>
                <a:ext cx="515620" cy="368300"/>
              </a:xfrm>
              <a:prstGeom prst="rect">
                <a:avLst/>
              </a:prstGeom>
              <a:blipFill rotWithShape="1">
                <a:blip r:embed="rId11"/>
                <a:stretch>
                  <a:fillRect l="-111" t="-69" r="111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478717" y="2695194"/>
                <a:ext cx="481330" cy="368300"/>
              </a:xfrm>
              <a:prstGeom prst="rect">
                <a:avLst/>
              </a:prstGeom>
              <a:blipFill rotWithShape="1">
                <a:blip r:embed="rId14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478082" y="3676269"/>
                <a:ext cx="4819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478082" y="3063494"/>
                <a:ext cx="481965" cy="368300"/>
              </a:xfrm>
              <a:prstGeom prst="rect">
                <a:avLst/>
              </a:prstGeom>
              <a:blipFill rotWithShape="1">
                <a:blip r:embed="rId20"/>
                <a:stretch>
                  <a:fillRect l="-119" t="-69" r="119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131185" y="1868805"/>
            <a:ext cx="10972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固定参数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56505" y="1868805"/>
            <a:ext cx="1325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zh-CN" altLang="en-US">
                <a:latin typeface="楷体" charset="0"/>
                <a:ea typeface="楷体" charset="0"/>
              </a:rPr>
              <a:t>待训练参数</a:t>
            </a:r>
            <a:endParaRPr lang="zh-CN" altLang="en-US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1601470" y="1144270"/>
            <a:ext cx="6015990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00860" y="25800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481007" y="26951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3489897" y="36762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489897" y="30634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5503482" y="26951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5503482" y="36762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5503482" y="30634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3448050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5478145" y="26949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3333750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5363845" y="23520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3312160" y="18688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092700" y="18688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3945255" y="115760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8073390" y="1144270"/>
            <a:ext cx="766445" cy="3328670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8147050" y="115760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8261985" y="3150870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cxnSp>
        <p:nvCxnSpPr>
          <p:cNvPr id="80" name="直接箭头连接符 79"/>
          <p:cNvCxnSpPr>
            <a:endCxn id="77" idx="1"/>
          </p:cNvCxnSpPr>
          <p:nvPr>
            <p:custDataLst>
              <p:tags r:id="rId32"/>
            </p:custDataLst>
          </p:nvPr>
        </p:nvCxnSpPr>
        <p:spPr>
          <a:xfrm>
            <a:off x="7244715" y="3382645"/>
            <a:ext cx="101727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2658745" y="983615"/>
            <a:ext cx="5763895" cy="314642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03195" y="22371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4350385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6380480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4236085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6266180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4214495" y="15259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995035" y="15259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4847590" y="98361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2658110" y="4532630"/>
            <a:ext cx="5773420" cy="127571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5165725" y="453834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316855" y="5131435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sp>
        <p:nvSpPr>
          <p:cNvPr id="23" name="圆角矩形 22"/>
          <p:cNvSpPr/>
          <p:nvPr>
            <p:custDataLst>
              <p:tags r:id="rId32"/>
            </p:custDataLst>
          </p:nvPr>
        </p:nvSpPr>
        <p:spPr>
          <a:xfrm>
            <a:off x="456565" y="356171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cxnSp>
        <p:nvCxnSpPr>
          <p:cNvPr id="29" name="直接箭头连接符 28"/>
          <p:cNvCxnSpPr>
            <a:stCxn id="23" idx="3"/>
            <a:endCxn id="3" idx="1"/>
          </p:cNvCxnSpPr>
          <p:nvPr>
            <p:custDataLst>
              <p:tags r:id="rId33"/>
            </p:custDataLst>
          </p:nvPr>
        </p:nvCxnSpPr>
        <p:spPr>
          <a:xfrm flipV="1">
            <a:off x="1784350" y="2557145"/>
            <a:ext cx="874395" cy="124142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3" idx="3"/>
            <a:endCxn id="72" idx="1"/>
          </p:cNvCxnSpPr>
          <p:nvPr>
            <p:custDataLst>
              <p:tags r:id="rId34"/>
            </p:custDataLst>
          </p:nvPr>
        </p:nvCxnSpPr>
        <p:spPr>
          <a:xfrm>
            <a:off x="1784350" y="3798570"/>
            <a:ext cx="873760" cy="137223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9250045" y="3493135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>
              <p:custDataLst>
                <p:tags r:id="rId35"/>
              </p:custDataLst>
            </p:nvPr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>
              <p:custDataLst>
                <p:tags r:id="rId36"/>
              </p:custDataLst>
            </p:nvPr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endCxn id="35" idx="0"/>
          </p:cNvCxnSpPr>
          <p:nvPr>
            <p:custDataLst>
              <p:tags r:id="rId37"/>
            </p:custDataLst>
          </p:nvPr>
        </p:nvCxnSpPr>
        <p:spPr>
          <a:xfrm>
            <a:off x="8439150" y="2849880"/>
            <a:ext cx="958215" cy="79057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72" idx="3"/>
            <a:endCxn id="35" idx="3"/>
          </p:cNvCxnSpPr>
          <p:nvPr>
            <p:custDataLst>
              <p:tags r:id="rId38"/>
            </p:custDataLst>
          </p:nvPr>
        </p:nvCxnSpPr>
        <p:spPr>
          <a:xfrm flipV="1">
            <a:off x="8431530" y="3957955"/>
            <a:ext cx="965835" cy="121285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39"/>
            </p:custDataLst>
          </p:nvPr>
        </p:nvSpPr>
        <p:spPr>
          <a:xfrm>
            <a:off x="10609580" y="356171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endCxn id="39" idx="1"/>
          </p:cNvCxnSpPr>
          <p:nvPr>
            <p:custDataLst>
              <p:tags r:id="rId40"/>
            </p:custDataLst>
          </p:nvPr>
        </p:nvCxnSpPr>
        <p:spPr>
          <a:xfrm>
            <a:off x="9792970" y="379857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2658745" y="983615"/>
            <a:ext cx="5763895" cy="314642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pic>
        <p:nvPicPr>
          <p:cNvPr id="58" name="图片 5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03195" y="2237105"/>
            <a:ext cx="5684520" cy="15728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383342" y="2352294"/>
                <a:ext cx="464185" cy="368935"/>
              </a:xfrm>
              <a:prstGeom prst="rect">
                <a:avLst/>
              </a:prstGeom>
              <a:blipFill rotWithShape="1">
                <a:blip r:embed="rId5"/>
                <a:stretch>
                  <a:fillRect l="-123" t="-69" r="-6854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4392232" y="3333369"/>
                <a:ext cx="473710" cy="368935"/>
              </a:xfrm>
              <a:prstGeom prst="rect">
                <a:avLst/>
              </a:prstGeom>
              <a:blipFill rotWithShape="1">
                <a:blip r:embed="rId8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392232" y="2720594"/>
                <a:ext cx="473710" cy="368935"/>
              </a:xfrm>
              <a:prstGeom prst="rect">
                <a:avLst/>
              </a:prstGeom>
              <a:blipFill rotWithShape="1">
                <a:blip r:embed="rId11"/>
                <a:stretch>
                  <a:fillRect l="-121" t="-69" r="-4705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2" name="文本框 6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405817" y="2352294"/>
                <a:ext cx="456565" cy="368935"/>
              </a:xfrm>
              <a:prstGeom prst="rect">
                <a:avLst/>
              </a:prstGeom>
              <a:blipFill rotWithShape="1">
                <a:blip r:embed="rId14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3" name="文本框 6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6"/>
                </p:custDataLst>
              </p:nvPr>
            </p:nvSpPr>
            <p:spPr>
              <a:xfrm>
                <a:off x="6405817" y="3333369"/>
                <a:ext cx="456565" cy="368935"/>
              </a:xfrm>
              <a:prstGeom prst="rect">
                <a:avLst/>
              </a:prstGeom>
              <a:blipFill rotWithShape="1">
                <a:blip r:embed="rId17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本框 6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 </m:t>
                          </m:r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solidFill>
                    <a:srgbClr val="FF00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64" name="文本框 6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6405817" y="2720594"/>
                <a:ext cx="456565" cy="368935"/>
              </a:xfrm>
              <a:prstGeom prst="rect">
                <a:avLst/>
              </a:prstGeom>
              <a:blipFill rotWithShape="1">
                <a:blip r:embed="rId20"/>
                <a:stretch>
                  <a:fillRect l="-125" t="-69" r="-8498" b="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4350385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0070C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6" name="圆角矩形 65"/>
          <p:cNvSpPr/>
          <p:nvPr>
            <p:custDataLst>
              <p:tags r:id="rId22"/>
            </p:custDataLst>
          </p:nvPr>
        </p:nvSpPr>
        <p:spPr>
          <a:xfrm>
            <a:off x="6380480" y="2352040"/>
            <a:ext cx="464820" cy="1350010"/>
          </a:xfrm>
          <a:prstGeom prst="roundRect">
            <a:avLst/>
          </a:prstGeom>
          <a:noFill/>
          <a:ln w="19050" cap="flat" cmpd="sng">
            <a:solidFill>
              <a:srgbClr val="FF8D4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67" name="下箭头 66"/>
          <p:cNvSpPr/>
          <p:nvPr>
            <p:custDataLst>
              <p:tags r:id="rId23"/>
            </p:custDataLst>
          </p:nvPr>
        </p:nvSpPr>
        <p:spPr>
          <a:xfrm>
            <a:off x="4236085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下箭头 67"/>
          <p:cNvSpPr/>
          <p:nvPr>
            <p:custDataLst>
              <p:tags r:id="rId24"/>
            </p:custDataLst>
          </p:nvPr>
        </p:nvSpPr>
        <p:spPr>
          <a:xfrm>
            <a:off x="6266180" y="2009140"/>
            <a:ext cx="692785" cy="2279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25"/>
            </p:custDataLst>
          </p:nvPr>
        </p:nvSpPr>
        <p:spPr>
          <a:xfrm>
            <a:off x="4214495" y="1525905"/>
            <a:ext cx="7277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Fixed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0" name="文本框 69"/>
          <p:cNvSpPr txBox="1"/>
          <p:nvPr>
            <p:custDataLst>
              <p:tags r:id="rId26"/>
            </p:custDataLst>
          </p:nvPr>
        </p:nvSpPr>
        <p:spPr>
          <a:xfrm>
            <a:off x="5995035" y="1525905"/>
            <a:ext cx="11150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>
                <a:latin typeface="楷体" charset="0"/>
                <a:ea typeface="楷体" charset="0"/>
              </a:rPr>
              <a:t>Trainable</a:t>
            </a:r>
            <a:endParaRPr lang="en-US" altLang="zh-CN">
              <a:latin typeface="楷体" charset="0"/>
              <a:ea typeface="楷体" charset="0"/>
            </a:endParaRPr>
          </a:p>
        </p:txBody>
      </p:sp>
      <p:sp>
        <p:nvSpPr>
          <p:cNvPr id="71" name="文本框 70"/>
          <p:cNvSpPr txBox="1"/>
          <p:nvPr>
            <p:custDataLst>
              <p:tags r:id="rId27"/>
            </p:custDataLst>
          </p:nvPr>
        </p:nvSpPr>
        <p:spPr>
          <a:xfrm>
            <a:off x="4847590" y="983615"/>
            <a:ext cx="1328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4">
                    <a:lumMod val="75000"/>
                  </a:schemeClr>
                </a:solidFill>
              </a:rPr>
              <a:t>Local Net</a:t>
            </a:r>
            <a:endParaRPr lang="en-US" altLang="zh-CN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2" name="圆角矩形 71"/>
          <p:cNvSpPr/>
          <p:nvPr>
            <p:custDataLst>
              <p:tags r:id="rId28"/>
            </p:custDataLst>
          </p:nvPr>
        </p:nvSpPr>
        <p:spPr>
          <a:xfrm>
            <a:off x="2658110" y="4532630"/>
            <a:ext cx="5773420" cy="1275715"/>
          </a:xfrm>
          <a:prstGeom prst="roundRect">
            <a:avLst/>
          </a:prstGeom>
          <a:noFill/>
          <a:ln w="19050" cap="flat" cmpd="sng">
            <a:solidFill>
              <a:schemeClr val="tx1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FE4444"/>
                  </a:gs>
                  <a:gs pos="100000">
                    <a:srgbClr val="832B2B"/>
                  </a:gs>
                </a:gsLst>
                <a:lin ang="5400000" scaled="0"/>
              </a:gradFill>
            </a:endParaRPr>
          </a:p>
        </p:txBody>
      </p:sp>
      <p:sp>
        <p:nvSpPr>
          <p:cNvPr id="73" name="文本框 72"/>
          <p:cNvSpPr txBox="1"/>
          <p:nvPr>
            <p:custDataLst>
              <p:tags r:id="rId29"/>
            </p:custDataLst>
          </p:nvPr>
        </p:nvSpPr>
        <p:spPr>
          <a:xfrm>
            <a:off x="5165725" y="4538345"/>
            <a:ext cx="69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5">
                    <a:lumMod val="75000"/>
                  </a:schemeClr>
                </a:solidFill>
              </a:rPr>
              <a:t>PoU</a:t>
            </a:r>
            <a:endParaRPr lang="en-US" altLang="zh-CN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5316855" y="5131435"/>
            <a:ext cx="389255" cy="431165"/>
            <a:chOff x="16141" y="3523"/>
            <a:chExt cx="613" cy="679"/>
          </a:xfrm>
        </p:grpSpPr>
        <p:sp>
          <p:nvSpPr>
            <p:cNvPr id="76" name="椭圆 75"/>
            <p:cNvSpPr/>
            <p:nvPr>
              <p:custDataLst>
                <p:tags r:id="rId30"/>
              </p:custDataLst>
            </p:nvPr>
          </p:nvSpPr>
          <p:spPr>
            <a:xfrm>
              <a:off x="16142" y="3523"/>
              <a:ext cx="613" cy="61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77" name="文本框 76"/>
            <p:cNvSpPr txBox="1"/>
            <p:nvPr>
              <p:custDataLst>
                <p:tags r:id="rId31"/>
              </p:custDataLst>
            </p:nvPr>
          </p:nvSpPr>
          <p:spPr>
            <a:xfrm>
              <a:off x="16141" y="3574"/>
              <a:ext cx="47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2000">
                  <a:solidFill>
                    <a:srgbClr val="FF0000"/>
                  </a:solidFill>
                  <a:latin typeface="Arial" panose="020B0604020202090204" pitchFamily="34" charset="0"/>
                  <a:cs typeface="Arial" panose="020B0604020202090204" pitchFamily="34" charset="0"/>
                  <a:sym typeface="+mn-ea"/>
                </a:rPr>
                <a:t>Ψ</a:t>
              </a:r>
              <a:endParaRPr lang="en-US" altLang="zh-CN" sz="2000">
                <a:ea typeface="楷体" charset="0"/>
                <a:cs typeface="+mn-lt"/>
              </a:endParaRPr>
            </a:p>
          </p:txBody>
        </p:sp>
      </p:grpSp>
      <p:sp>
        <p:nvSpPr>
          <p:cNvPr id="23" name="圆角矩形 22"/>
          <p:cNvSpPr/>
          <p:nvPr>
            <p:custDataLst>
              <p:tags r:id="rId32"/>
            </p:custDataLst>
          </p:nvPr>
        </p:nvSpPr>
        <p:spPr>
          <a:xfrm>
            <a:off x="456565" y="3561715"/>
            <a:ext cx="1327785" cy="47371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cxnSp>
        <p:nvCxnSpPr>
          <p:cNvPr id="29" name="直接箭头连接符 28"/>
          <p:cNvCxnSpPr>
            <a:stCxn id="23" idx="3"/>
            <a:endCxn id="3" idx="1"/>
          </p:cNvCxnSpPr>
          <p:nvPr>
            <p:custDataLst>
              <p:tags r:id="rId33"/>
            </p:custDataLst>
          </p:nvPr>
        </p:nvCxnSpPr>
        <p:spPr>
          <a:xfrm flipV="1">
            <a:off x="1784350" y="2557145"/>
            <a:ext cx="874395" cy="124142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3" idx="3"/>
            <a:endCxn id="72" idx="1"/>
          </p:cNvCxnSpPr>
          <p:nvPr>
            <p:custDataLst>
              <p:tags r:id="rId34"/>
            </p:custDataLst>
          </p:nvPr>
        </p:nvCxnSpPr>
        <p:spPr>
          <a:xfrm>
            <a:off x="1784350" y="3798570"/>
            <a:ext cx="873760" cy="1372235"/>
          </a:xfrm>
          <a:prstGeom prst="straightConnector1">
            <a:avLst/>
          </a:prstGeom>
          <a:ln w="28575" cmpd="sng">
            <a:solidFill>
              <a:schemeClr val="accent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9250045" y="3493135"/>
            <a:ext cx="612140" cy="612140"/>
            <a:chOff x="11163" y="6242"/>
            <a:chExt cx="964" cy="964"/>
          </a:xfrm>
        </p:grpSpPr>
        <p:sp>
          <p:nvSpPr>
            <p:cNvPr id="33" name="椭圆 32"/>
            <p:cNvSpPr/>
            <p:nvPr>
              <p:custDataLst>
                <p:tags r:id="rId35"/>
              </p:custDataLst>
            </p:nvPr>
          </p:nvSpPr>
          <p:spPr>
            <a:xfrm>
              <a:off x="11271" y="6352"/>
              <a:ext cx="747" cy="747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乘号 34"/>
            <p:cNvSpPr/>
            <p:nvPr>
              <p:custDataLst>
                <p:tags r:id="rId36"/>
              </p:custDataLst>
            </p:nvPr>
          </p:nvSpPr>
          <p:spPr>
            <a:xfrm>
              <a:off x="11163" y="6242"/>
              <a:ext cx="964" cy="964"/>
            </a:xfrm>
            <a:prstGeom prst="mathMultiply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/>
          <p:cNvCxnSpPr>
            <a:endCxn id="35" idx="0"/>
          </p:cNvCxnSpPr>
          <p:nvPr>
            <p:custDataLst>
              <p:tags r:id="rId37"/>
            </p:custDataLst>
          </p:nvPr>
        </p:nvCxnSpPr>
        <p:spPr>
          <a:xfrm>
            <a:off x="8439150" y="2849880"/>
            <a:ext cx="958215" cy="790575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72" idx="3"/>
            <a:endCxn id="35" idx="3"/>
          </p:cNvCxnSpPr>
          <p:nvPr>
            <p:custDataLst>
              <p:tags r:id="rId38"/>
            </p:custDataLst>
          </p:nvPr>
        </p:nvCxnSpPr>
        <p:spPr>
          <a:xfrm flipV="1">
            <a:off x="8431530" y="3957955"/>
            <a:ext cx="965835" cy="121285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>
            <p:custDataLst>
              <p:tags r:id="rId39"/>
            </p:custDataLst>
          </p:nvPr>
        </p:nvSpPr>
        <p:spPr>
          <a:xfrm>
            <a:off x="10609580" y="3561715"/>
            <a:ext cx="1327785" cy="47371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Output</a:t>
            </a:r>
            <a:endParaRPr lang="en-US" altLang="zh-CN"/>
          </a:p>
        </p:txBody>
      </p:sp>
      <p:cxnSp>
        <p:nvCxnSpPr>
          <p:cNvPr id="40" name="直接箭头连接符 39"/>
          <p:cNvCxnSpPr>
            <a:endCxn id="39" idx="1"/>
          </p:cNvCxnSpPr>
          <p:nvPr>
            <p:custDataLst>
              <p:tags r:id="rId40"/>
            </p:custDataLst>
          </p:nvPr>
        </p:nvCxnSpPr>
        <p:spPr>
          <a:xfrm>
            <a:off x="9792970" y="3798570"/>
            <a:ext cx="816610" cy="0"/>
          </a:xfrm>
          <a:prstGeom prst="straightConnector1">
            <a:avLst/>
          </a:prstGeom>
          <a:ln w="28575" cmpd="sng">
            <a:solidFill>
              <a:schemeClr val="accent2">
                <a:lumMod val="75000"/>
              </a:schemeClr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/>
          <p:cNvCxnSpPr/>
          <p:nvPr>
            <p:custDataLst>
              <p:tags r:id="rId1"/>
            </p:custDataLst>
          </p:nvPr>
        </p:nvCxnSpPr>
        <p:spPr>
          <a:xfrm>
            <a:off x="1403350" y="4772660"/>
            <a:ext cx="408495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>
            <p:custDataLst>
              <p:tags r:id="rId2"/>
            </p:custDataLst>
          </p:nvPr>
        </p:nvCxnSpPr>
        <p:spPr>
          <a:xfrm flipV="1">
            <a:off x="1821815" y="2193925"/>
            <a:ext cx="0" cy="3114675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3"/>
            </p:custDataLst>
          </p:nvPr>
        </p:nvCxnSpPr>
        <p:spPr>
          <a:xfrm>
            <a:off x="1834515" y="3016885"/>
            <a:ext cx="2456180" cy="0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4290060" y="3002915"/>
            <a:ext cx="0" cy="1772285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1821815" y="3895090"/>
            <a:ext cx="2456180" cy="0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6"/>
            </p:custDataLst>
          </p:nvPr>
        </p:nvCxnSpPr>
        <p:spPr>
          <a:xfrm>
            <a:off x="3119120" y="3000375"/>
            <a:ext cx="0" cy="1772285"/>
          </a:xfrm>
          <a:prstGeom prst="line">
            <a:avLst/>
          </a:prstGeom>
          <a:ln w="28575" cmpd="sng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>
            <p:custDataLst>
              <p:tags r:id="rId7"/>
            </p:custDataLst>
          </p:nvPr>
        </p:nvSpPr>
        <p:spPr>
          <a:xfrm>
            <a:off x="5170805" y="484822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x</a:t>
            </a:r>
            <a:endParaRPr lang="en-US" altLang="zh-CN" sz="2400" b="1" i="1"/>
          </a:p>
        </p:txBody>
      </p:sp>
      <p:sp>
        <p:nvSpPr>
          <p:cNvPr id="15" name="文本框 14"/>
          <p:cNvSpPr txBox="1"/>
          <p:nvPr>
            <p:custDataLst>
              <p:tags r:id="rId8"/>
            </p:custDataLst>
          </p:nvPr>
        </p:nvSpPr>
        <p:spPr>
          <a:xfrm>
            <a:off x="1398270" y="2327275"/>
            <a:ext cx="379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 i="1"/>
              <a:t>t</a:t>
            </a:r>
            <a:endParaRPr lang="en-US" altLang="zh-CN" sz="2400" b="1" i="1"/>
          </a:p>
        </p:txBody>
      </p:sp>
      <p:grpSp>
        <p:nvGrpSpPr>
          <p:cNvPr id="29" name="组合 28"/>
          <p:cNvGrpSpPr/>
          <p:nvPr/>
        </p:nvGrpSpPr>
        <p:grpSpPr>
          <a:xfrm>
            <a:off x="5550535" y="2327275"/>
            <a:ext cx="3958590" cy="1597060"/>
            <a:chOff x="8524" y="4870"/>
            <a:chExt cx="8952" cy="3611"/>
          </a:xfrm>
        </p:grpSpPr>
        <p:pic>
          <p:nvPicPr>
            <p:cNvPr id="16" name="图片 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8524" y="5991"/>
              <a:ext cx="8952" cy="247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文本框 16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2"/>
                  </p:custDataLst>
                </p:nvPr>
              </p:nvSpPr>
              <p:spPr>
                <a:xfrm>
                  <a:off x="11118" y="6172"/>
                  <a:ext cx="783" cy="762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文本框 17"/>
                <p:cNvSpPr txBox="1"/>
                <p:nvPr>
                  <p:custDataLst>
                    <p:tags r:id="rId14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11118" y="7717"/>
                  <a:ext cx="812" cy="764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18"/>
                  </p:custDataLst>
                </p:nvPr>
              </p:nvSpPr>
              <p:spPr>
                <a:xfrm>
                  <a:off x="11118" y="6752"/>
                  <a:ext cx="812" cy="762"/>
                </a:xfrm>
                <a:prstGeom prst="rect">
                  <a:avLst/>
                </a:prstGeom>
                <a:blipFill rotWithShape="1">
                  <a:blip r:embed="rId1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no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1"/>
                  </p:custDataLst>
                </p:nvPr>
              </p:nvSpPr>
              <p:spPr>
                <a:xfrm>
                  <a:off x="14316" y="6172"/>
                  <a:ext cx="758" cy="762"/>
                </a:xfrm>
                <a:prstGeom prst="rect">
                  <a:avLst/>
                </a:prstGeom>
                <a:blipFill rotWithShape="1">
                  <a:blip r:embed="rId2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1" name="文本框 20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4"/>
                  </p:custDataLst>
                </p:nvPr>
              </p:nvSpPr>
              <p:spPr>
                <a:xfrm>
                  <a:off x="14315" y="7717"/>
                  <a:ext cx="759" cy="764"/>
                </a:xfrm>
                <a:prstGeom prst="rect">
                  <a:avLst/>
                </a:prstGeom>
                <a:blipFill rotWithShape="1">
                  <a:blip r:embed="rId2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600" i="1">
                    <a:solidFill>
                      <a:srgbClr val="FF0000"/>
                    </a:solidFill>
                    <a:latin typeface="DejaVu Math TeX Gyre" panose="02000503000000000000" charset="0"/>
                    <a:cs typeface="DejaVu Math TeX Gyre" panose="02000503000000000000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27"/>
                  </p:custDataLst>
                </p:nvPr>
              </p:nvSpPr>
              <p:spPr>
                <a:xfrm>
                  <a:off x="14315" y="6752"/>
                  <a:ext cx="759" cy="762"/>
                </a:xfrm>
                <a:prstGeom prst="rect">
                  <a:avLst/>
                </a:prstGeom>
                <a:blipFill rotWithShape="1">
                  <a:blip r:embed="rId2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圆角矩形 22"/>
            <p:cNvSpPr/>
            <p:nvPr>
              <p:custDataLst>
                <p:tags r:id="rId29"/>
              </p:custDataLst>
            </p:nvPr>
          </p:nvSpPr>
          <p:spPr>
            <a:xfrm>
              <a:off x="11118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0070C0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4" name="圆角矩形 23"/>
            <p:cNvSpPr/>
            <p:nvPr>
              <p:custDataLst>
                <p:tags r:id="rId30"/>
              </p:custDataLst>
            </p:nvPr>
          </p:nvSpPr>
          <p:spPr>
            <a:xfrm>
              <a:off x="14315" y="6172"/>
              <a:ext cx="732" cy="2126"/>
            </a:xfrm>
            <a:prstGeom prst="roundRect">
              <a:avLst/>
            </a:prstGeom>
            <a:noFill/>
            <a:ln w="19050" cap="flat" cmpd="sng">
              <a:solidFill>
                <a:srgbClr val="FF8D41"/>
              </a:solidFill>
              <a:prstDash val="dash"/>
              <a:miter lim="800000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dk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rgbClr val="FE4444"/>
                    </a:gs>
                    <a:gs pos="100000">
                      <a:srgbClr val="832B2B"/>
                    </a:gs>
                  </a:gsLst>
                  <a:lin ang="5400000" scaled="0"/>
                </a:gradFill>
              </a:endParaRPr>
            </a:p>
          </p:txBody>
        </p:sp>
        <p:sp>
          <p:nvSpPr>
            <p:cNvPr id="25" name="下箭头 24"/>
            <p:cNvSpPr/>
            <p:nvPr>
              <p:custDataLst>
                <p:tags r:id="rId31"/>
              </p:custDataLst>
            </p:nvPr>
          </p:nvSpPr>
          <p:spPr>
            <a:xfrm>
              <a:off x="10938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下箭头 25"/>
            <p:cNvSpPr/>
            <p:nvPr>
              <p:custDataLst>
                <p:tags r:id="rId32"/>
              </p:custDataLst>
            </p:nvPr>
          </p:nvSpPr>
          <p:spPr>
            <a:xfrm>
              <a:off x="14135" y="5632"/>
              <a:ext cx="1091" cy="35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>
              <p:custDataLst>
                <p:tags r:id="rId33"/>
              </p:custDataLst>
            </p:nvPr>
          </p:nvSpPr>
          <p:spPr>
            <a:xfrm>
              <a:off x="10722" y="4871"/>
              <a:ext cx="1640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latin typeface="楷体" charset="0"/>
                  <a:ea typeface="楷体" charset="0"/>
                </a:rPr>
                <a:t>Fixed</a:t>
              </a:r>
              <a:endParaRPr lang="en-US" altLang="zh-CN" sz="1600">
                <a:latin typeface="楷体" charset="0"/>
                <a:ea typeface="楷体" charset="0"/>
              </a:endParaRPr>
            </a:p>
          </p:txBody>
        </p:sp>
        <p:sp>
          <p:nvSpPr>
            <p:cNvPr id="28" name="文本框 27"/>
            <p:cNvSpPr txBox="1"/>
            <p:nvPr>
              <p:custDataLst>
                <p:tags r:id="rId34"/>
              </p:custDataLst>
            </p:nvPr>
          </p:nvSpPr>
          <p:spPr>
            <a:xfrm>
              <a:off x="13495" y="4870"/>
              <a:ext cx="2387" cy="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楷体" charset="0"/>
                  <a:ea typeface="楷体" charset="0"/>
                </a:rPr>
                <a:t>Trainable</a:t>
              </a:r>
              <a:endParaRPr lang="zh-CN" altLang="en-US" sz="1600">
                <a:latin typeface="楷体" charset="0"/>
                <a:ea typeface="楷体" charset="0"/>
              </a:endParaRPr>
            </a:p>
          </p:txBody>
        </p:sp>
      </p:grpSp>
      <p:sp>
        <p:nvSpPr>
          <p:cNvPr id="30" name="椭圆形标注 29"/>
          <p:cNvSpPr/>
          <p:nvPr>
            <p:custDataLst>
              <p:tags r:id="rId35"/>
            </p:custDataLst>
          </p:nvPr>
        </p:nvSpPr>
        <p:spPr>
          <a:xfrm>
            <a:off x="5640070" y="2094230"/>
            <a:ext cx="3869055" cy="2432685"/>
          </a:xfrm>
          <a:prstGeom prst="wedgeEllipseCallout">
            <a:avLst>
              <a:gd name="adj1" fmla="val -95002"/>
              <a:gd name="adj2" fmla="val 7243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7114540" y="1845945"/>
            <a:ext cx="3671570" cy="3671570"/>
          </a:xfrm>
          <a:prstGeom prst="rect">
            <a:avLst/>
          </a:prstGeom>
          <a:noFill/>
          <a:ln w="25400" cap="flat" cmpd="sng">
            <a:solidFill>
              <a:srgbClr val="FF0000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012950" y="1845945"/>
            <a:ext cx="3671570" cy="3671570"/>
          </a:xfrm>
          <a:prstGeom prst="rect">
            <a:avLst/>
          </a:prstGeom>
          <a:noFill/>
          <a:ln w="25400" cap="flat" cmpd="sng">
            <a:solidFill>
              <a:srgbClr val="FF0000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455420" y="1440815"/>
            <a:ext cx="2367280" cy="236728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669665" y="883920"/>
            <a:ext cx="2367280" cy="236728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935990" y="3449320"/>
            <a:ext cx="2595245" cy="259524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 31"/>
          <p:cNvSpPr/>
          <p:nvPr/>
        </p:nvSpPr>
        <p:spPr>
          <a:xfrm>
            <a:off x="2874645" y="4464685"/>
            <a:ext cx="1948815" cy="194881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/>
        </p:nvSpPr>
        <p:spPr>
          <a:xfrm>
            <a:off x="859790" y="1406525"/>
            <a:ext cx="4367530" cy="4408805"/>
          </a:xfrm>
          <a:custGeom>
            <a:avLst/>
            <a:gdLst>
              <a:gd name="connisteX0" fmla="*/ 403366 w 3683963"/>
              <a:gd name="connsiteY0" fmla="*/ 987038 h 3719101"/>
              <a:gd name="connisteX1" fmla="*/ 1473341 w 3683963"/>
              <a:gd name="connsiteY1" fmla="*/ 1197223 h 3719101"/>
              <a:gd name="connisteX2" fmla="*/ 1824496 w 3683963"/>
              <a:gd name="connsiteY2" fmla="*/ 4693 h 3719101"/>
              <a:gd name="connisteX3" fmla="*/ 3683776 w 3683963"/>
              <a:gd name="connsiteY3" fmla="*/ 1618863 h 3719101"/>
              <a:gd name="connisteX4" fmla="*/ 1912126 w 3683963"/>
              <a:gd name="connsiteY4" fmla="*/ 3478143 h 3719101"/>
              <a:gd name="connisteX5" fmla="*/ 982486 w 3683963"/>
              <a:gd name="connsiteY5" fmla="*/ 3214618 h 3719101"/>
              <a:gd name="connisteX6" fmla="*/ 141 w 3683963"/>
              <a:gd name="connsiteY6" fmla="*/ 3688328 h 3719101"/>
              <a:gd name="connisteX7" fmla="*/ 1035191 w 3683963"/>
              <a:gd name="connsiteY7" fmla="*/ 2355463 h 3719101"/>
              <a:gd name="connisteX8" fmla="*/ 403366 w 3683963"/>
              <a:gd name="connsiteY8" fmla="*/ 987038 h 371910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683964" h="3719101">
                <a:moveTo>
                  <a:pt x="403366" y="987038"/>
                </a:moveTo>
                <a:cubicBezTo>
                  <a:pt x="490996" y="755263"/>
                  <a:pt x="1188861" y="1393438"/>
                  <a:pt x="1473341" y="1197223"/>
                </a:cubicBezTo>
                <a:cubicBezTo>
                  <a:pt x="1757821" y="1001008"/>
                  <a:pt x="1382536" y="-79762"/>
                  <a:pt x="1824496" y="4693"/>
                </a:cubicBezTo>
                <a:cubicBezTo>
                  <a:pt x="2266456" y="89148"/>
                  <a:pt x="3665996" y="924173"/>
                  <a:pt x="3683776" y="1618863"/>
                </a:cubicBezTo>
                <a:cubicBezTo>
                  <a:pt x="3701556" y="2313553"/>
                  <a:pt x="2452511" y="3158738"/>
                  <a:pt x="1912126" y="3478143"/>
                </a:cubicBezTo>
                <a:cubicBezTo>
                  <a:pt x="1371741" y="3797548"/>
                  <a:pt x="1364756" y="3172708"/>
                  <a:pt x="982486" y="3214618"/>
                </a:cubicBezTo>
                <a:cubicBezTo>
                  <a:pt x="600216" y="3256528"/>
                  <a:pt x="-10654" y="3860413"/>
                  <a:pt x="141" y="3688328"/>
                </a:cubicBezTo>
                <a:cubicBezTo>
                  <a:pt x="10936" y="3516243"/>
                  <a:pt x="954546" y="2895848"/>
                  <a:pt x="1035191" y="2355463"/>
                </a:cubicBezTo>
                <a:cubicBezTo>
                  <a:pt x="1115836" y="1815078"/>
                  <a:pt x="315736" y="1218813"/>
                  <a:pt x="403366" y="987038"/>
                </a:cubicBezTo>
                <a:close/>
              </a:path>
            </a:pathLst>
          </a:custGeom>
          <a:noFill/>
          <a:ln w="25400">
            <a:solidFill>
              <a:srgbClr val="FF0000">
                <a:alpha val="5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7075170" y="1406525"/>
            <a:ext cx="4367530" cy="4408805"/>
          </a:xfrm>
          <a:custGeom>
            <a:avLst/>
            <a:gdLst>
              <a:gd name="connisteX0" fmla="*/ 403366 w 3683963"/>
              <a:gd name="connsiteY0" fmla="*/ 987038 h 3719101"/>
              <a:gd name="connisteX1" fmla="*/ 1473341 w 3683963"/>
              <a:gd name="connsiteY1" fmla="*/ 1197223 h 3719101"/>
              <a:gd name="connisteX2" fmla="*/ 1824496 w 3683963"/>
              <a:gd name="connsiteY2" fmla="*/ 4693 h 3719101"/>
              <a:gd name="connisteX3" fmla="*/ 3683776 w 3683963"/>
              <a:gd name="connsiteY3" fmla="*/ 1618863 h 3719101"/>
              <a:gd name="connisteX4" fmla="*/ 1912126 w 3683963"/>
              <a:gd name="connsiteY4" fmla="*/ 3478143 h 3719101"/>
              <a:gd name="connisteX5" fmla="*/ 982486 w 3683963"/>
              <a:gd name="connsiteY5" fmla="*/ 3214618 h 3719101"/>
              <a:gd name="connisteX6" fmla="*/ 141 w 3683963"/>
              <a:gd name="connsiteY6" fmla="*/ 3688328 h 3719101"/>
              <a:gd name="connisteX7" fmla="*/ 1035191 w 3683963"/>
              <a:gd name="connsiteY7" fmla="*/ 2355463 h 3719101"/>
              <a:gd name="connisteX8" fmla="*/ 403366 w 3683963"/>
              <a:gd name="connsiteY8" fmla="*/ 987038 h 3719101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683964" h="3719101">
                <a:moveTo>
                  <a:pt x="403366" y="987038"/>
                </a:moveTo>
                <a:cubicBezTo>
                  <a:pt x="490996" y="755263"/>
                  <a:pt x="1188861" y="1393438"/>
                  <a:pt x="1473341" y="1197223"/>
                </a:cubicBezTo>
                <a:cubicBezTo>
                  <a:pt x="1757821" y="1001008"/>
                  <a:pt x="1382536" y="-79762"/>
                  <a:pt x="1824496" y="4693"/>
                </a:cubicBezTo>
                <a:cubicBezTo>
                  <a:pt x="2266456" y="89148"/>
                  <a:pt x="3665996" y="924173"/>
                  <a:pt x="3683776" y="1618863"/>
                </a:cubicBezTo>
                <a:cubicBezTo>
                  <a:pt x="3701556" y="2313553"/>
                  <a:pt x="2452511" y="3158738"/>
                  <a:pt x="1912126" y="3478143"/>
                </a:cubicBezTo>
                <a:cubicBezTo>
                  <a:pt x="1371741" y="3797548"/>
                  <a:pt x="1364756" y="3172708"/>
                  <a:pt x="982486" y="3214618"/>
                </a:cubicBezTo>
                <a:cubicBezTo>
                  <a:pt x="600216" y="3256528"/>
                  <a:pt x="-10654" y="3860413"/>
                  <a:pt x="141" y="3688328"/>
                </a:cubicBezTo>
                <a:cubicBezTo>
                  <a:pt x="10936" y="3516243"/>
                  <a:pt x="954546" y="2895848"/>
                  <a:pt x="1035191" y="2355463"/>
                </a:cubicBezTo>
                <a:cubicBezTo>
                  <a:pt x="1115836" y="1815078"/>
                  <a:pt x="315736" y="1218813"/>
                  <a:pt x="403366" y="987038"/>
                </a:cubicBezTo>
                <a:close/>
              </a:path>
            </a:pathLst>
          </a:custGeom>
          <a:noFill/>
          <a:ln w="25400">
            <a:solidFill>
              <a:srgbClr val="FF0000">
                <a:alpha val="5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386330" y="1212850"/>
            <a:ext cx="2367280" cy="2367280"/>
          </a:xfrm>
          <a:prstGeom prst="rect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285490" y="2427605"/>
            <a:ext cx="2367280" cy="2367280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859915" y="3448050"/>
            <a:ext cx="2367280" cy="2367280"/>
          </a:xfrm>
          <a:prstGeom prst="rect">
            <a:avLst/>
          </a:prstGeom>
          <a:solidFill>
            <a:srgbClr val="92D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33095" y="4434840"/>
            <a:ext cx="1753235" cy="1753235"/>
          </a:xfrm>
          <a:prstGeom prst="rect">
            <a:avLst/>
          </a:prstGeom>
          <a:solidFill>
            <a:srgbClr val="00B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111250" y="2264410"/>
            <a:ext cx="1753235" cy="1753235"/>
          </a:xfrm>
          <a:prstGeom prst="rect">
            <a:avLst/>
          </a:prstGeom>
          <a:solidFill>
            <a:srgbClr val="00B0F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9422130" y="2200275"/>
            <a:ext cx="2245360" cy="2245360"/>
          </a:xfrm>
          <a:prstGeom prst="ellipse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8847455" y="1044575"/>
            <a:ext cx="1929130" cy="1929130"/>
          </a:xfrm>
          <a:prstGeom prst="ellipse">
            <a:avLst/>
          </a:prstGeom>
          <a:solidFill>
            <a:srgbClr val="FFC00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7188835" y="2018030"/>
            <a:ext cx="2609850" cy="2609850"/>
          </a:xfrm>
          <a:prstGeom prst="ellipse">
            <a:avLst/>
          </a:prstGeom>
          <a:solidFill>
            <a:srgbClr val="00B0F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8385810" y="3448050"/>
            <a:ext cx="2609850" cy="2609850"/>
          </a:xfrm>
          <a:prstGeom prst="ellipse">
            <a:avLst/>
          </a:prstGeom>
          <a:solidFill>
            <a:srgbClr val="92D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6667500" y="4017645"/>
            <a:ext cx="2171065" cy="2171065"/>
          </a:xfrm>
          <a:prstGeom prst="ellipse">
            <a:avLst/>
          </a:prstGeom>
          <a:solidFill>
            <a:srgbClr val="00B050">
              <a:alpha val="3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638</Words>
  <Application>WPS 文字</Application>
  <PresentationFormat>宽屏</PresentationFormat>
  <Paragraphs>204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DejaVu Math TeX Gyre</vt:lpstr>
      <vt:lpstr>楷体</vt:lpstr>
      <vt:lpstr>汉仪楷体KW</vt:lpstr>
      <vt:lpstr>宋体</vt:lpstr>
      <vt:lpstr>汉仪书宋二KW</vt:lpstr>
      <vt:lpstr>Calibri</vt:lpstr>
      <vt:lpstr>Helvetica Neue</vt:lpstr>
      <vt:lpstr>微软雅黑</vt:lpstr>
      <vt:lpstr>汉仪旗黑</vt:lpstr>
      <vt:lpstr>Arial Unicode MS</vt:lpstr>
      <vt:lpstr>Apple Color Emoji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随风</cp:lastModifiedBy>
  <cp:revision>95</cp:revision>
  <dcterms:created xsi:type="dcterms:W3CDTF">2025-03-20T05:24:31Z</dcterms:created>
  <dcterms:modified xsi:type="dcterms:W3CDTF">2025-03-20T05:24:31Z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B9A71E4FB4F71E8FB466E56516999C6A_41</vt:lpwstr>
  </property>
</Properties>
</file>