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3"/>
    <p:sldId id="257" r:id="rId5"/>
    <p:sldId id="258" r:id="rId6"/>
    <p:sldId id="260" r:id="rId7"/>
    <p:sldId id="259" r:id="rId8"/>
    <p:sldId id="261" r:id="rId9"/>
    <p:sldId id="262" r:id="rId10"/>
    <p:sldId id="264" r:id="rId11"/>
  </p:sldIdLst>
  <p:sldSz cx="12192000" cy="6858000"/>
  <p:notesSz cx="7103745" cy="10234295"/>
  <p:embeddedFontLst>
    <p:embeddedFont>
      <p:font typeface="DejaVu Math TeX Gyre" panose="02000503000000000000" charset="0"/>
      <p:regular r:id="rId17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6" userDrawn="1">
          <p15:clr>
            <a:srgbClr val="A4A3A4"/>
          </p15:clr>
        </p15:guide>
        <p15:guide id="2" pos="381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y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256"/>
        <p:guide pos="381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font" Target="fonts/font1.fntdata"/><Relationship Id="rId16" Type="http://schemas.openxmlformats.org/officeDocument/2006/relationships/commentAuthors" Target="comment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5" Type="http://schemas.openxmlformats.org/officeDocument/2006/relationships/notesSlide" Target="../notesSlides/notesSlide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image" Target="../media/image1.png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image" Target="../media/image2.png"/><Relationship Id="rId3" Type="http://schemas.openxmlformats.org/officeDocument/2006/relationships/tags" Target="../tags/tag23.xml"/><Relationship Id="rId20" Type="http://schemas.openxmlformats.org/officeDocument/2006/relationships/notesSlide" Target="../notesSlides/notesSlide2.xml"/><Relationship Id="rId2" Type="http://schemas.openxmlformats.org/officeDocument/2006/relationships/image" Target="../media/image3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tags" Target="../tags/tag2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image" Target="../media/image2.png"/><Relationship Id="rId30" Type="http://schemas.openxmlformats.org/officeDocument/2006/relationships/notesSlide" Target="../notesSlides/notesSlide6.xml"/><Relationship Id="rId3" Type="http://schemas.openxmlformats.org/officeDocument/2006/relationships/tags" Target="../tags/tag43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64.xml"/><Relationship Id="rId27" Type="http://schemas.openxmlformats.org/officeDocument/2006/relationships/image" Target="../media/image15.png"/><Relationship Id="rId26" Type="http://schemas.openxmlformats.org/officeDocument/2006/relationships/tags" Target="../tags/tag63.xml"/><Relationship Id="rId25" Type="http://schemas.openxmlformats.org/officeDocument/2006/relationships/image" Target="../media/image14.png"/><Relationship Id="rId24" Type="http://schemas.openxmlformats.org/officeDocument/2006/relationships/tags" Target="../tags/tag62.xml"/><Relationship Id="rId23" Type="http://schemas.openxmlformats.org/officeDocument/2006/relationships/tags" Target="../tags/tag61.xml"/><Relationship Id="rId22" Type="http://schemas.openxmlformats.org/officeDocument/2006/relationships/tags" Target="../tags/tag60.xml"/><Relationship Id="rId21" Type="http://schemas.openxmlformats.org/officeDocument/2006/relationships/tags" Target="../tags/tag59.xml"/><Relationship Id="rId20" Type="http://schemas.openxmlformats.org/officeDocument/2006/relationships/tags" Target="../tags/tag58.xml"/><Relationship Id="rId2" Type="http://schemas.openxmlformats.org/officeDocument/2006/relationships/image" Target="../media/image3.png"/><Relationship Id="rId19" Type="http://schemas.openxmlformats.org/officeDocument/2006/relationships/tags" Target="../tags/tag57.xml"/><Relationship Id="rId18" Type="http://schemas.openxmlformats.org/officeDocument/2006/relationships/tags" Target="../tags/tag56.xml"/><Relationship Id="rId17" Type="http://schemas.openxmlformats.org/officeDocument/2006/relationships/image" Target="../media/image13.png"/><Relationship Id="rId16" Type="http://schemas.openxmlformats.org/officeDocument/2006/relationships/tags" Target="../tags/tag55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tags" Target="../tags/tag4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7" Type="http://schemas.openxmlformats.org/officeDocument/2006/relationships/notesSlide" Target="../notesSlides/notesSlide7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76.xml"/><Relationship Id="rId14" Type="http://schemas.openxmlformats.org/officeDocument/2006/relationships/image" Target="../media/image15.png"/><Relationship Id="rId13" Type="http://schemas.openxmlformats.org/officeDocument/2006/relationships/tags" Target="../tags/tag75.xml"/><Relationship Id="rId12" Type="http://schemas.openxmlformats.org/officeDocument/2006/relationships/image" Target="../media/image14.png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82.xml"/><Relationship Id="rId8" Type="http://schemas.openxmlformats.org/officeDocument/2006/relationships/image" Target="../media/image6.png"/><Relationship Id="rId7" Type="http://schemas.openxmlformats.org/officeDocument/2006/relationships/tags" Target="../tags/tag81.xml"/><Relationship Id="rId6" Type="http://schemas.openxmlformats.org/officeDocument/2006/relationships/tags" Target="../tags/tag80.xml"/><Relationship Id="rId5" Type="http://schemas.openxmlformats.org/officeDocument/2006/relationships/image" Target="../media/image5.png"/><Relationship Id="rId4" Type="http://schemas.openxmlformats.org/officeDocument/2006/relationships/tags" Target="../tags/tag79.xml"/><Relationship Id="rId34" Type="http://schemas.openxmlformats.org/officeDocument/2006/relationships/notesSlide" Target="../notesSlides/notesSlide8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01.xml"/><Relationship Id="rId31" Type="http://schemas.openxmlformats.org/officeDocument/2006/relationships/tags" Target="../tags/tag100.xml"/><Relationship Id="rId30" Type="http://schemas.openxmlformats.org/officeDocument/2006/relationships/tags" Target="../tags/tag99.xml"/><Relationship Id="rId3" Type="http://schemas.openxmlformats.org/officeDocument/2006/relationships/tags" Target="../tags/tag78.xml"/><Relationship Id="rId29" Type="http://schemas.openxmlformats.org/officeDocument/2006/relationships/tags" Target="../tags/tag98.xml"/><Relationship Id="rId28" Type="http://schemas.openxmlformats.org/officeDocument/2006/relationships/tags" Target="../tags/tag97.xml"/><Relationship Id="rId27" Type="http://schemas.openxmlformats.org/officeDocument/2006/relationships/tags" Target="../tags/tag96.xml"/><Relationship Id="rId26" Type="http://schemas.openxmlformats.org/officeDocument/2006/relationships/tags" Target="../tags/tag95.xml"/><Relationship Id="rId25" Type="http://schemas.openxmlformats.org/officeDocument/2006/relationships/tags" Target="../tags/tag94.xml"/><Relationship Id="rId24" Type="http://schemas.openxmlformats.org/officeDocument/2006/relationships/tags" Target="../tags/tag93.xml"/><Relationship Id="rId23" Type="http://schemas.openxmlformats.org/officeDocument/2006/relationships/tags" Target="../tags/tag92.xml"/><Relationship Id="rId22" Type="http://schemas.openxmlformats.org/officeDocument/2006/relationships/tags" Target="../tags/tag91.xml"/><Relationship Id="rId21" Type="http://schemas.openxmlformats.org/officeDocument/2006/relationships/tags" Target="../tags/tag90.xml"/><Relationship Id="rId20" Type="http://schemas.openxmlformats.org/officeDocument/2006/relationships/image" Target="../media/image10.png"/><Relationship Id="rId2" Type="http://schemas.openxmlformats.org/officeDocument/2006/relationships/image" Target="../media/image4.png"/><Relationship Id="rId19" Type="http://schemas.openxmlformats.org/officeDocument/2006/relationships/tags" Target="../tags/tag89.xml"/><Relationship Id="rId18" Type="http://schemas.openxmlformats.org/officeDocument/2006/relationships/tags" Target="../tags/tag88.xml"/><Relationship Id="rId17" Type="http://schemas.openxmlformats.org/officeDocument/2006/relationships/image" Target="../media/image9.png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image" Target="../media/image8.png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image" Target="../media/image7.png"/><Relationship Id="rId10" Type="http://schemas.openxmlformats.org/officeDocument/2006/relationships/tags" Target="../tags/tag83.xml"/><Relationship Id="rId1" Type="http://schemas.openxmlformats.org/officeDocument/2006/relationships/tags" Target="../tags/tag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633095"/>
            <a:ext cx="3024505" cy="122110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1935480"/>
            <a:ext cx="3024505" cy="122110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3237865"/>
            <a:ext cx="3024505" cy="122110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93975" y="53574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8" name="圆角矩形 17"/>
          <p:cNvSpPr/>
          <p:nvPr>
            <p:custDataLst>
              <p:tags r:id="rId7"/>
            </p:custDataLst>
          </p:nvPr>
        </p:nvSpPr>
        <p:spPr>
          <a:xfrm>
            <a:off x="2467610" y="65595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9" name="圆角矩形 18"/>
          <p:cNvSpPr/>
          <p:nvPr>
            <p:custDataLst>
              <p:tags r:id="rId8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0" name="圆角矩形 19"/>
          <p:cNvSpPr/>
          <p:nvPr>
            <p:custDataLst>
              <p:tags r:id="rId9"/>
            </p:custDataLst>
          </p:nvPr>
        </p:nvSpPr>
        <p:spPr>
          <a:xfrm>
            <a:off x="2467610" y="331152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10"/>
            </p:custDataLst>
          </p:nvPr>
        </p:nvSpPr>
        <p:spPr>
          <a:xfrm>
            <a:off x="2467610" y="55479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11"/>
            </p:custDataLst>
          </p:nvPr>
        </p:nvSpPr>
        <p:spPr>
          <a:xfrm>
            <a:off x="184150" y="57658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5" name="直接箭头连接符 24"/>
          <p:cNvCxnSpPr>
            <a:stCxn id="17" idx="3"/>
            <a:endCxn id="18" idx="1"/>
          </p:cNvCxnSpPr>
          <p:nvPr/>
        </p:nvCxnSpPr>
        <p:spPr>
          <a:xfrm flipV="1">
            <a:off x="1511935" y="1231900"/>
            <a:ext cx="955675" cy="13144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12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stCxn id="17" idx="3"/>
            <a:endCxn id="20" idx="1"/>
          </p:cNvCxnSpPr>
          <p:nvPr>
            <p:custDataLst>
              <p:tags r:id="rId13"/>
            </p:custDataLst>
          </p:nvPr>
        </p:nvCxnSpPr>
        <p:spPr>
          <a:xfrm>
            <a:off x="1511935" y="2546350"/>
            <a:ext cx="955675" cy="134112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14"/>
            </p:custDataLst>
          </p:nvPr>
        </p:nvCxnSpPr>
        <p:spPr>
          <a:xfrm flipV="1">
            <a:off x="1511935" y="59912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5"/>
            </p:custDataLst>
          </p:nvPr>
        </p:nvSpPr>
        <p:spPr>
          <a:xfrm>
            <a:off x="5249545" y="1014095"/>
            <a:ext cx="464820" cy="306641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6"/>
            </p:custDataLst>
          </p:nvPr>
        </p:nvSpPr>
        <p:spPr>
          <a:xfrm>
            <a:off x="5249545" y="53536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741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7"/>
            </p:custDataLst>
          </p:nvPr>
        </p:nvCxnSpPr>
        <p:spPr>
          <a:xfrm>
            <a:off x="5714365" y="2547620"/>
            <a:ext cx="1336675" cy="134112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8"/>
            </p:custDataLst>
          </p:nvPr>
        </p:nvCxnSpPr>
        <p:spPr>
          <a:xfrm flipV="1">
            <a:off x="5714365" y="4206240"/>
            <a:ext cx="1336675" cy="17595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9"/>
            </p:custDataLst>
          </p:nvPr>
        </p:nvSpPr>
        <p:spPr>
          <a:xfrm>
            <a:off x="8263255" y="3811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20"/>
            </p:custDataLst>
          </p:nvPr>
        </p:nvCxnSpPr>
        <p:spPr>
          <a:xfrm>
            <a:off x="7446645" y="4048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21"/>
            </p:custDataLst>
          </p:nvPr>
        </p:nvSpPr>
        <p:spPr>
          <a:xfrm>
            <a:off x="1888490" y="92075"/>
            <a:ext cx="4468495" cy="450850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9271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r>
              <a:rPr lang="en-US" altLang="zh-CN"/>
              <a:t>s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22"/>
            </p:custDataLst>
          </p:nvPr>
        </p:nvSpPr>
        <p:spPr>
          <a:xfrm>
            <a:off x="1888490" y="4778375"/>
            <a:ext cx="4468495" cy="18942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23"/>
            </p:custDataLst>
          </p:nvPr>
        </p:nvSpPr>
        <p:spPr>
          <a:xfrm>
            <a:off x="3366770" y="47948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00960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93975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467610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0"/>
            </p:custDataLst>
          </p:nvPr>
        </p:nvSpPr>
        <p:spPr>
          <a:xfrm>
            <a:off x="5249545" y="1971675"/>
            <a:ext cx="464820" cy="1153160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1"/>
            </p:custDataLst>
          </p:nvPr>
        </p:nvSpPr>
        <p:spPr>
          <a:xfrm>
            <a:off x="5249545" y="45408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360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2"/>
            </p:custDataLst>
          </p:nvPr>
        </p:nvCxnSpPr>
        <p:spPr>
          <a:xfrm>
            <a:off x="5714365" y="2548255"/>
            <a:ext cx="1336675" cy="9594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3"/>
            </p:custDataLst>
          </p:nvPr>
        </p:nvCxnSpPr>
        <p:spPr>
          <a:xfrm flipV="1">
            <a:off x="5714365" y="3825240"/>
            <a:ext cx="1336675" cy="13277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4"/>
            </p:custDataLst>
          </p:nvPr>
        </p:nvSpPr>
        <p:spPr>
          <a:xfrm>
            <a:off x="8263255" y="3430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15"/>
            </p:custDataLst>
          </p:nvPr>
        </p:nvCxnSpPr>
        <p:spPr>
          <a:xfrm>
            <a:off x="7446645" y="3667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6"/>
            </p:custDataLst>
          </p:nvPr>
        </p:nvSpPr>
        <p:spPr>
          <a:xfrm>
            <a:off x="1888490" y="1094740"/>
            <a:ext cx="4468495" cy="233426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110426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7"/>
            </p:custDataLst>
          </p:nvPr>
        </p:nvSpPr>
        <p:spPr>
          <a:xfrm>
            <a:off x="1888490" y="3800475"/>
            <a:ext cx="4468495" cy="20593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8"/>
            </p:custDataLst>
          </p:nvPr>
        </p:nvSpPr>
        <p:spPr>
          <a:xfrm>
            <a:off x="3366770" y="37915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805" y="2352040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blipFill rotWithShape="1">
                <a:blip r:embed="rId2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blipFill rotWithShape="1">
                <a:blip r:embed="rId3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blipFill rotWithShape="1">
                <a:blip r:embed="rId4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blipFill rotWithShape="1">
                <a:blip r:embed="rId6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blipFill rotWithShape="1">
                <a:blip r:embed="rId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圆角矩形 11"/>
          <p:cNvSpPr/>
          <p:nvPr>
            <p:custDataLst>
              <p:tags r:id="rId8"/>
            </p:custDataLst>
          </p:nvPr>
        </p:nvSpPr>
        <p:spPr>
          <a:xfrm>
            <a:off x="4658995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3" name="圆角矩形 12"/>
          <p:cNvSpPr/>
          <p:nvPr>
            <p:custDataLst>
              <p:tags r:id="rId9"/>
            </p:custDataLst>
          </p:nvPr>
        </p:nvSpPr>
        <p:spPr>
          <a:xfrm>
            <a:off x="6689090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4" name="下箭头 13"/>
          <p:cNvSpPr/>
          <p:nvPr/>
        </p:nvSpPr>
        <p:spPr>
          <a:xfrm>
            <a:off x="4544695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下箭头 15"/>
          <p:cNvSpPr/>
          <p:nvPr/>
        </p:nvSpPr>
        <p:spPr>
          <a:xfrm>
            <a:off x="6574790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342130" y="1640840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267450" y="1640840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640" y="1828165"/>
            <a:ext cx="4959985" cy="203136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775075" y="57277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STC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2716530" y="221551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16530" y="301561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3855720"/>
            <a:ext cx="3672205" cy="208534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1603375"/>
            <a:ext cx="3672205" cy="208534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122045" y="242887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121410" y="468566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5593715" y="3469640"/>
            <a:ext cx="612140" cy="612140"/>
            <a:chOff x="11163" y="6242"/>
            <a:chExt cx="964" cy="964"/>
          </a:xfrm>
        </p:grpSpPr>
        <p:sp>
          <p:nvSpPr>
            <p:cNvPr id="22" name="椭圆 21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乘号 23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25" name="直接箭头连接符 24"/>
          <p:cNvCxnSpPr>
            <a:stCxn id="16" idx="3"/>
            <a:endCxn id="24" idx="0"/>
          </p:cNvCxnSpPr>
          <p:nvPr>
            <p:custDataLst>
              <p:tags r:id="rId2"/>
            </p:custDataLst>
          </p:nvPr>
        </p:nvCxnSpPr>
        <p:spPr>
          <a:xfrm>
            <a:off x="4758055" y="2646045"/>
            <a:ext cx="982980" cy="97091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8" idx="3"/>
            <a:endCxn id="24" idx="3"/>
          </p:cNvCxnSpPr>
          <p:nvPr>
            <p:custDataLst>
              <p:tags r:id="rId3"/>
            </p:custDataLst>
          </p:nvPr>
        </p:nvCxnSpPr>
        <p:spPr>
          <a:xfrm flipV="1">
            <a:off x="4758055" y="3934460"/>
            <a:ext cx="982980" cy="9639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83765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76780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22250" y="2309495"/>
            <a:ext cx="12896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050415" y="197167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050415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538480" cy="127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538480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>
            <p:custDataLst>
              <p:tags r:id="rId10"/>
            </p:custDataLst>
          </p:nvPr>
        </p:nvCxnSpPr>
        <p:spPr>
          <a:xfrm>
            <a:off x="5206365" y="2220595"/>
            <a:ext cx="86868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  <a:endCxn id="50" idx="1"/>
          </p:cNvCxnSpPr>
          <p:nvPr>
            <p:custDataLst>
              <p:tags r:id="rId11"/>
            </p:custDataLst>
          </p:nvPr>
        </p:nvCxnSpPr>
        <p:spPr>
          <a:xfrm>
            <a:off x="7299325" y="377698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  <a:endCxn id="39" idx="1"/>
          </p:cNvCxnSpPr>
          <p:nvPr>
            <p:custDataLst>
              <p:tags r:id="rId12"/>
            </p:custDataLst>
          </p:nvPr>
        </p:nvCxnSpPr>
        <p:spPr>
          <a:xfrm flipV="1">
            <a:off x="7299325" y="328295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3"/>
            </p:custDataLst>
          </p:nvPr>
        </p:nvSpPr>
        <p:spPr>
          <a:xfrm>
            <a:off x="1727200" y="1207770"/>
            <a:ext cx="3685540" cy="222123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4957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4"/>
            </p:custDataLst>
          </p:nvPr>
        </p:nvSpPr>
        <p:spPr>
          <a:xfrm>
            <a:off x="1727200" y="3997325"/>
            <a:ext cx="3686175" cy="186245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5"/>
            </p:custDataLst>
          </p:nvPr>
        </p:nvSpPr>
        <p:spPr>
          <a:xfrm>
            <a:off x="2949575" y="399669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  <p:sp>
        <p:nvSpPr>
          <p:cNvPr id="10" name="圆角矩形 9"/>
          <p:cNvSpPr/>
          <p:nvPr>
            <p:custDataLst>
              <p:tags r:id="rId16"/>
            </p:custDataLst>
          </p:nvPr>
        </p:nvSpPr>
        <p:spPr>
          <a:xfrm>
            <a:off x="5709285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87883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Merge Net</a:t>
            </a:r>
            <a:endParaRPr lang="en-US" altLang="zh-CN"/>
          </a:p>
        </p:txBody>
      </p:sp>
      <p:grpSp>
        <p:nvGrpSpPr>
          <p:cNvPr id="22" name="组合 21"/>
          <p:cNvGrpSpPr/>
          <p:nvPr/>
        </p:nvGrpSpPr>
        <p:grpSpPr>
          <a:xfrm>
            <a:off x="5932170" y="3203575"/>
            <a:ext cx="1221740" cy="1161415"/>
            <a:chOff x="11157" y="5067"/>
            <a:chExt cx="1924" cy="1829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385" y="5249"/>
              <a:ext cx="1697" cy="1421"/>
            </a:xfrm>
            <a:prstGeom prst="rect">
              <a:avLst/>
            </a:prstGeom>
          </p:spPr>
        </p:pic>
        <p:grpSp>
          <p:nvGrpSpPr>
            <p:cNvPr id="12" name="组合 11"/>
            <p:cNvGrpSpPr/>
            <p:nvPr/>
          </p:nvGrpSpPr>
          <p:grpSpPr>
            <a:xfrm>
              <a:off x="11157" y="5067"/>
              <a:ext cx="768" cy="724"/>
              <a:chOff x="13755" y="7922"/>
              <a:chExt cx="768" cy="724"/>
            </a:xfrm>
          </p:grpSpPr>
          <p:sp>
            <p:nvSpPr>
              <p:cNvPr id="13" name="椭圆 1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11157" y="5608"/>
              <a:ext cx="768" cy="724"/>
              <a:chOff x="13755" y="7922"/>
              <a:chExt cx="768" cy="72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11157" y="6172"/>
              <a:ext cx="768" cy="724"/>
              <a:chOff x="13755" y="7922"/>
              <a:chExt cx="768" cy="724"/>
            </a:xfrm>
          </p:grpSpPr>
          <p:sp>
            <p:nvSpPr>
              <p:cNvPr id="33" name="椭圆 3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</p:grpSp>
      <p:cxnSp>
        <p:nvCxnSpPr>
          <p:cNvPr id="24" name="直接箭头连接符 23"/>
          <p:cNvCxnSpPr/>
          <p:nvPr>
            <p:custDataLst>
              <p:tags r:id="rId18"/>
            </p:custDataLst>
          </p:nvPr>
        </p:nvCxnSpPr>
        <p:spPr>
          <a:xfrm flipV="1">
            <a:off x="5180330" y="3464560"/>
            <a:ext cx="901700" cy="13296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2" idx="3"/>
          </p:cNvCxnSpPr>
          <p:nvPr>
            <p:custDataLst>
              <p:tags r:id="rId19"/>
            </p:custDataLst>
          </p:nvPr>
        </p:nvCxnSpPr>
        <p:spPr>
          <a:xfrm>
            <a:off x="5207635" y="2541905"/>
            <a:ext cx="880745" cy="1166495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5" idx="3"/>
          </p:cNvCxnSpPr>
          <p:nvPr>
            <p:custDataLst>
              <p:tags r:id="rId20"/>
            </p:custDataLst>
          </p:nvPr>
        </p:nvCxnSpPr>
        <p:spPr>
          <a:xfrm flipV="1">
            <a:off x="5201285" y="3839845"/>
            <a:ext cx="887095" cy="13169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>
            <p:custDataLst>
              <p:tags r:id="rId21"/>
            </p:custDataLst>
          </p:nvPr>
        </p:nvCxnSpPr>
        <p:spPr>
          <a:xfrm>
            <a:off x="5200015" y="2944495"/>
            <a:ext cx="87503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>
            <p:custDataLst>
              <p:tags r:id="rId22"/>
            </p:custDataLst>
          </p:nvPr>
        </p:nvCxnSpPr>
        <p:spPr>
          <a:xfrm flipV="1">
            <a:off x="5200015" y="4201795"/>
            <a:ext cx="901700" cy="1264285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圆角矩形 33"/>
          <p:cNvSpPr/>
          <p:nvPr>
            <p:custDataLst>
              <p:tags r:id="rId23"/>
            </p:custDataLst>
          </p:nvPr>
        </p:nvSpPr>
        <p:spPr>
          <a:xfrm>
            <a:off x="6834505" y="3201035"/>
            <a:ext cx="464820" cy="1151890"/>
          </a:xfrm>
          <a:prstGeom prst="roundRect">
            <a:avLst/>
          </a:prstGeom>
          <a:noFill/>
          <a:ln w="19050" cap="flat" cmpd="sng">
            <a:solidFill>
              <a:schemeClr val="accent6">
                <a:lumMod val="60000"/>
                <a:lumOff val="40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7938135" y="3046095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24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7898765" y="4026535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26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2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28"/>
            </p:custDataLst>
          </p:nvPr>
        </p:nvSpPr>
        <p:spPr>
          <a:xfrm>
            <a:off x="7752080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790194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多维输出算子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295" y="1741805"/>
            <a:ext cx="3625850" cy="261112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22250" y="2468245"/>
            <a:ext cx="1289685" cy="4229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2"/>
            </p:custDataLst>
          </p:nvPr>
        </p:nvSpPr>
        <p:spPr>
          <a:xfrm>
            <a:off x="2247265" y="2159635"/>
            <a:ext cx="464820" cy="1027430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3"/>
            </p:custDataLst>
          </p:nvPr>
        </p:nvSpPr>
        <p:spPr>
          <a:xfrm>
            <a:off x="2247265" y="3244215"/>
            <a:ext cx="464820" cy="685165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4"/>
            </p:custDataLst>
          </p:nvPr>
        </p:nvSpPr>
        <p:spPr>
          <a:xfrm>
            <a:off x="184150" y="335470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5"/>
            </p:custDataLst>
          </p:nvPr>
        </p:nvCxnSpPr>
        <p:spPr>
          <a:xfrm flipV="1">
            <a:off x="1511935" y="2673350"/>
            <a:ext cx="735330" cy="63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6"/>
            </p:custDataLst>
          </p:nvPr>
        </p:nvCxnSpPr>
        <p:spPr>
          <a:xfrm flipV="1">
            <a:off x="1511935" y="3587115"/>
            <a:ext cx="735330" cy="444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</p:cNvCxnSpPr>
          <p:nvPr>
            <p:custDataLst>
              <p:tags r:id="rId7"/>
            </p:custDataLst>
          </p:nvPr>
        </p:nvCxnSpPr>
        <p:spPr>
          <a:xfrm>
            <a:off x="6148705" y="306705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</p:cNvCxnSpPr>
          <p:nvPr>
            <p:custDataLst>
              <p:tags r:id="rId8"/>
            </p:custDataLst>
          </p:nvPr>
        </p:nvCxnSpPr>
        <p:spPr>
          <a:xfrm flipV="1">
            <a:off x="6148705" y="257302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9"/>
            </p:custDataLst>
          </p:nvPr>
        </p:nvSpPr>
        <p:spPr>
          <a:xfrm>
            <a:off x="1848485" y="1207770"/>
            <a:ext cx="4490720" cy="3359785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14642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DNN</a:t>
            </a:r>
            <a:endParaRPr lang="en-US" altLang="zh-CN"/>
          </a:p>
        </p:txBody>
      </p:sp>
      <p:sp>
        <p:nvSpPr>
          <p:cNvPr id="34" name="圆角矩形 33"/>
          <p:cNvSpPr/>
          <p:nvPr>
            <p:custDataLst>
              <p:tags r:id="rId10"/>
            </p:custDataLst>
          </p:nvPr>
        </p:nvSpPr>
        <p:spPr>
          <a:xfrm>
            <a:off x="5683885" y="2654300"/>
            <a:ext cx="464820" cy="825500"/>
          </a:xfrm>
          <a:prstGeom prst="roundRect">
            <a:avLst/>
          </a:prstGeom>
          <a:noFill/>
          <a:ln w="19050" cap="flat" cmpd="sng">
            <a:solidFill>
              <a:schemeClr val="accent5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6787515" y="2499360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11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1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6729095" y="3416300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13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15"/>
            </p:custDataLst>
          </p:nvPr>
        </p:nvSpPr>
        <p:spPr>
          <a:xfrm>
            <a:off x="6601460" y="1207135"/>
            <a:ext cx="1667510" cy="335978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751320" y="120713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178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一体式算子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blipFill rotWithShape="1">
                <a:blip r:embed="rId11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blipFill rotWithShape="1">
                <a:blip r:embed="rId14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blipFill rotWithShape="1">
                <a:blip r:embed="rId20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131185" y="1868805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56505" y="1868805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357</Words>
  <Application>WPS 演示</Application>
  <PresentationFormat>宽屏</PresentationFormat>
  <Paragraphs>110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宋体</vt:lpstr>
      <vt:lpstr>Wingdings</vt:lpstr>
      <vt:lpstr>DejaVu Math TeX Gyre</vt:lpstr>
      <vt:lpstr>楷体</vt:lpstr>
      <vt:lpstr>汉仪楷体KW</vt:lpstr>
      <vt:lpstr>宋体</vt:lpstr>
      <vt:lpstr>汉仪书宋二KW</vt:lpstr>
      <vt:lpstr>Calibri</vt:lpstr>
      <vt:lpstr>Helvetica Neue</vt:lpstr>
      <vt:lpstr>微软雅黑</vt:lpstr>
      <vt:lpstr>汉仪旗黑</vt:lpstr>
      <vt:lpstr>Arial Unicode MS</vt:lpstr>
      <vt:lpstr>Apple Color Emoji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随风</cp:lastModifiedBy>
  <cp:revision>77</cp:revision>
  <dcterms:created xsi:type="dcterms:W3CDTF">2024-03-23T07:45:25Z</dcterms:created>
  <dcterms:modified xsi:type="dcterms:W3CDTF">2024-03-23T07:45:25Z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2052-6.5.2.8766</vt:lpwstr>
  </property>
  <property fmtid="{D5CDD505-2E9C-101B-9397-08002B2CF9AE}" pid="3" name="ICV">
    <vt:lpwstr>B9A71E4FB4F71E8FB466E56516999C6A_41</vt:lpwstr>
  </property>
</Properties>
</file>